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3.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xml" ContentType="application/vnd.openxmlformats-officedocument.presentationml.tags+xml"/>
  <Override PartName="/ppt/notesSlides/notesSlide10.xml" ContentType="application/vnd.openxmlformats-officedocument.presentationml.notesSlide+xml"/>
  <Override PartName="/ppt/tags/tag3.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4.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3.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notesMasterIdLst>
    <p:notesMasterId r:id="rId51"/>
  </p:notesMasterIdLst>
  <p:sldIdLst>
    <p:sldId id="297" r:id="rId5"/>
    <p:sldId id="257" r:id="rId6"/>
    <p:sldId id="258" r:id="rId7"/>
    <p:sldId id="315" r:id="rId8"/>
    <p:sldId id="259" r:id="rId9"/>
    <p:sldId id="400" r:id="rId10"/>
    <p:sldId id="2384" r:id="rId11"/>
    <p:sldId id="638" r:id="rId12"/>
    <p:sldId id="639" r:id="rId13"/>
    <p:sldId id="2297" r:id="rId14"/>
    <p:sldId id="2385" r:id="rId15"/>
    <p:sldId id="652" r:id="rId16"/>
    <p:sldId id="585" r:id="rId17"/>
    <p:sldId id="630" r:id="rId18"/>
    <p:sldId id="631" r:id="rId19"/>
    <p:sldId id="2189" r:id="rId20"/>
    <p:sldId id="2190" r:id="rId21"/>
    <p:sldId id="2191" r:id="rId22"/>
    <p:sldId id="2192" r:id="rId23"/>
    <p:sldId id="2193" r:id="rId24"/>
    <p:sldId id="2194" r:id="rId25"/>
    <p:sldId id="594" r:id="rId26"/>
    <p:sldId id="593" r:id="rId27"/>
    <p:sldId id="2196" r:id="rId28"/>
    <p:sldId id="632" r:id="rId29"/>
    <p:sldId id="2367" r:id="rId30"/>
    <p:sldId id="633" r:id="rId31"/>
    <p:sldId id="2386" r:id="rId32"/>
    <p:sldId id="636" r:id="rId33"/>
    <p:sldId id="2387" r:id="rId34"/>
    <p:sldId id="2388" r:id="rId35"/>
    <p:sldId id="2389" r:id="rId36"/>
    <p:sldId id="602" r:id="rId37"/>
    <p:sldId id="603" r:id="rId38"/>
    <p:sldId id="646" r:id="rId39"/>
    <p:sldId id="645" r:id="rId40"/>
    <p:sldId id="649" r:id="rId41"/>
    <p:sldId id="2197" r:id="rId42"/>
    <p:sldId id="2390" r:id="rId59"/>
    <p:sldId id="2391" r:id="rId60"/>
    <p:sldId id="2392" r:id="rId61"/>
    <p:sldId id="2393" r:id="rId62"/>
    <p:sldId id="2394" r:id="rId63"/>
    <p:sldId id="2395" r:id="rId64"/>
    <p:sldId id="2396" r:id="rId65"/>
    <p:sldId id="2397" r:id="rId66"/>
    <p:sldId id="2398" r:id="rId67"/>
    <p:sldId id="2399" r:id="rId68"/>
    <p:sldId id="2400" r:id="rId69"/>
    <p:sldId id="2401" r:id="rId70"/>
    <p:sldId id="301" r:id="rId44"/>
    <p:sldId id="2188" r:id="rId45"/>
    <p:sldId id="264" r:id="rId47"/>
    <p:sldId id="438" r:id="rId49"/>
    <p:sldId id="305" r:id="rId50"/>
  </p:sldIdLst>
  <p:sldSz cx="16256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 userDrawn="1">
          <p15:clr>
            <a:srgbClr val="A4A3A4"/>
          </p15:clr>
        </p15:guide>
        <p15:guide id="2" orient="horz" pos="272" userDrawn="1">
          <p15:clr>
            <a:srgbClr val="A4A3A4"/>
          </p15:clr>
        </p15:guide>
        <p15:guide id="3" orient="horz" pos="1451" userDrawn="1">
          <p15:clr>
            <a:srgbClr val="A4A3A4"/>
          </p15:clr>
        </p15:guide>
        <p15:guide id="4" pos="5120">
          <p15:clr>
            <a:srgbClr val="A4A3A4"/>
          </p15:clr>
        </p15:guide>
        <p15:guide id="5" orient="horz" pos="2971" userDrawn="1">
          <p15:clr>
            <a:srgbClr val="A4A3A4"/>
          </p15:clr>
        </p15:guide>
        <p15:guide id="6" orient="horz" pos="3719" userDrawn="1">
          <p15:clr>
            <a:srgbClr val="A4A3A4"/>
          </p15:clr>
        </p15:guide>
        <p15:guide id="7" orient="horz" pos="1043" userDrawn="1">
          <p15:clr>
            <a:srgbClr val="A4A3A4"/>
          </p15:clr>
        </p15:guide>
        <p15:guide id="8" orient="horz" pos="220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10E4403-C57A-FA72-7A17-E19C3C31E52E}" name="AFREEN FATHIMA" initials="AF" userId="S::afreen.fathima@simplilearn.com::69b391e9-cee5-4a01-9220-615d7d263339" providerId="AD"/>
  <p188:author id="{6D416166-8DC5-5F65-96E1-99CAB1DDB2A3}" name="Guwalani Kunal" initials="GK" userId="S::guwalani.kunal@simplilearn.com::18ebe22a-2a61-47bf-9fc2-2bfaf0cd3e75" providerId="AD"/>
  <p188:author id="{918226D2-7416-14B9-BD5E-4511FA4729E4}" name="Rajoshree Das" initials="RD" userId="S::rajoshree.das@simplilearn.com::54c09b02-0be9-4235-bf52-57d41bc9f90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648BDA"/>
    <a:srgbClr val="162E5D"/>
    <a:srgbClr val="E4ECEF"/>
    <a:srgbClr val="568A36"/>
    <a:srgbClr val="E2F0D9"/>
    <a:srgbClr val="A8D3EE"/>
    <a:srgbClr val="024F93"/>
    <a:srgbClr val="3D9C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48722B-AAC3-491A-8AAB-FFDF543F93FD}" v="682" dt="2024-05-21T13:11:46.592"/>
    <p1510:client id="{EA12CBDC-8E25-409E-8635-9FECF9921CC3}" v="508" dt="2024-05-21T13:03:10.2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425" autoAdjust="0"/>
  </p:normalViewPr>
  <p:slideViewPr>
    <p:cSldViewPr snapToGrid="0">
      <p:cViewPr varScale="1">
        <p:scale>
          <a:sx n="40" d="100"/>
          <a:sy n="40" d="100"/>
        </p:scale>
        <p:origin x="1368" y="72"/>
      </p:cViewPr>
      <p:guideLst>
        <p:guide orient="horz" pos="432"/>
        <p:guide orient="horz" pos="272"/>
        <p:guide orient="horz" pos="1451"/>
        <p:guide pos="5120"/>
        <p:guide orient="horz" pos="2971"/>
        <p:guide orient="horz" pos="3719"/>
        <p:guide orient="horz" pos="1043"/>
        <p:guide orient="horz" pos="2200"/>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  <Relationship Id="rId59" Type="http://schemas.openxmlformats.org/officeDocument/2006/relationships/slide" Target="slides/slide47.xml"/>
  <Relationship Id="rId60" Type="http://schemas.openxmlformats.org/officeDocument/2006/relationships/slide" Target="slides/slide48.xml"/>
  <Relationship Id="rId61" Type="http://schemas.openxmlformats.org/officeDocument/2006/relationships/slide" Target="slides/slide49.xml"/>
  <Relationship Id="rId62" Type="http://schemas.openxmlformats.org/officeDocument/2006/relationships/slide" Target="slides/slide50.xml"/>
  <Relationship Id="rId63" Type="http://schemas.openxmlformats.org/officeDocument/2006/relationships/slide" Target="slides/slide51.xml"/>
  <Relationship Id="rId64" Type="http://schemas.openxmlformats.org/officeDocument/2006/relationships/slide" Target="slides/slide52.xml"/>
  <Relationship Id="rId65" Type="http://schemas.openxmlformats.org/officeDocument/2006/relationships/slide" Target="slides/slide53.xml"/>
  <Relationship Id="rId66" Type="http://schemas.openxmlformats.org/officeDocument/2006/relationships/slide" Target="slides/slide54.xml"/>
  <Relationship Id="rId67" Type="http://schemas.openxmlformats.org/officeDocument/2006/relationships/slide" Target="slides/slide55.xml"/>
  <Relationship Id="rId68" Type="http://schemas.openxmlformats.org/officeDocument/2006/relationships/slide" Target="slides/slide56.xml"/>
  <Relationship Id="rId69" Type="http://schemas.openxmlformats.org/officeDocument/2006/relationships/slide" Target="slides/slide57.xml"/>
  <Relationship Id="rId70" Type="http://schemas.openxmlformats.org/officeDocument/2006/relationships/slide" Target="slides/slide58.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kas Singh" userId="41e88e25-583f-4ea6-978b-2322b3c60e9f" providerId="ADAL" clId="{EA12CBDC-8E25-409E-8635-9FECF9921CC3}"/>
    <pc:docChg chg="undo custSel addSld delSld modSld">
      <pc:chgData name="Vikas Singh" userId="41e88e25-583f-4ea6-978b-2322b3c60e9f" providerId="ADAL" clId="{EA12CBDC-8E25-409E-8635-9FECF9921CC3}" dt="2024-05-21T13:03:10.229" v="507"/>
      <pc:docMkLst>
        <pc:docMk/>
      </pc:docMkLst>
      <pc:sldChg chg="modSp mod">
        <pc:chgData name="Vikas Singh" userId="41e88e25-583f-4ea6-978b-2322b3c60e9f" providerId="ADAL" clId="{EA12CBDC-8E25-409E-8635-9FECF9921CC3}" dt="2024-05-21T10:20:09.242" v="76" actId="1035"/>
        <pc:sldMkLst>
          <pc:docMk/>
          <pc:sldMk cId="0" sldId="258"/>
        </pc:sldMkLst>
        <pc:spChg chg="mod">
          <ac:chgData name="Vikas Singh" userId="41e88e25-583f-4ea6-978b-2322b3c60e9f" providerId="ADAL" clId="{EA12CBDC-8E25-409E-8635-9FECF9921CC3}" dt="2024-05-21T10:18:54.730" v="59" actId="255"/>
          <ac:spMkLst>
            <pc:docMk/>
            <pc:sldMk cId="0" sldId="258"/>
            <ac:spMk id="13" creationId="{2522C042-627B-0515-62C0-5B22D6D6732F}"/>
          </ac:spMkLst>
        </pc:spChg>
        <pc:spChg chg="mod">
          <ac:chgData name="Vikas Singh" userId="41e88e25-583f-4ea6-978b-2322b3c60e9f" providerId="ADAL" clId="{EA12CBDC-8E25-409E-8635-9FECF9921CC3}" dt="2024-05-21T10:19:42.084" v="69" actId="1076"/>
          <ac:spMkLst>
            <pc:docMk/>
            <pc:sldMk cId="0" sldId="258"/>
            <ac:spMk id="14" creationId="{72FA8A64-0BD1-8D97-83AE-B004DD661AC9}"/>
          </ac:spMkLst>
        </pc:spChg>
        <pc:spChg chg="mod">
          <ac:chgData name="Vikas Singh" userId="41e88e25-583f-4ea6-978b-2322b3c60e9f" providerId="ADAL" clId="{EA12CBDC-8E25-409E-8635-9FECF9921CC3}" dt="2024-05-21T10:19:38.309" v="68" actId="1076"/>
          <ac:spMkLst>
            <pc:docMk/>
            <pc:sldMk cId="0" sldId="258"/>
            <ac:spMk id="15" creationId="{F50F87DB-36ED-E642-B50D-D3E07DC8BE49}"/>
          </ac:spMkLst>
        </pc:spChg>
        <pc:spChg chg="mod">
          <ac:chgData name="Vikas Singh" userId="41e88e25-583f-4ea6-978b-2322b3c60e9f" providerId="ADAL" clId="{EA12CBDC-8E25-409E-8635-9FECF9921CC3}" dt="2024-05-21T10:20:09.242" v="76" actId="1035"/>
          <ac:spMkLst>
            <pc:docMk/>
            <pc:sldMk cId="0" sldId="258"/>
            <ac:spMk id="16" creationId="{17567A96-DF42-75F5-7755-B1C99E0C1554}"/>
          </ac:spMkLst>
        </pc:spChg>
        <pc:picChg chg="mod">
          <ac:chgData name="Vikas Singh" userId="41e88e25-583f-4ea6-978b-2322b3c60e9f" providerId="ADAL" clId="{EA12CBDC-8E25-409E-8635-9FECF9921CC3}" dt="2024-05-21T10:20:09.242" v="76" actId="1035"/>
          <ac:picMkLst>
            <pc:docMk/>
            <pc:sldMk cId="0" sldId="258"/>
            <ac:picMk id="3" creationId="{2796EEF2-C9A1-A874-36D2-ECC63FF8B4C9}"/>
          </ac:picMkLst>
        </pc:picChg>
        <pc:picChg chg="mod">
          <ac:chgData name="Vikas Singh" userId="41e88e25-583f-4ea6-978b-2322b3c60e9f" providerId="ADAL" clId="{EA12CBDC-8E25-409E-8635-9FECF9921CC3}" dt="2024-05-21T10:19:54.921" v="73" actId="1036"/>
          <ac:picMkLst>
            <pc:docMk/>
            <pc:sldMk cId="0" sldId="258"/>
            <ac:picMk id="4" creationId="{4CE18B08-0EEF-5422-4786-ACA923DAE298}"/>
          </ac:picMkLst>
        </pc:picChg>
        <pc:picChg chg="mod">
          <ac:chgData name="Vikas Singh" userId="41e88e25-583f-4ea6-978b-2322b3c60e9f" providerId="ADAL" clId="{EA12CBDC-8E25-409E-8635-9FECF9921CC3}" dt="2024-05-21T10:19:58.329" v="74" actId="1076"/>
          <ac:picMkLst>
            <pc:docMk/>
            <pc:sldMk cId="0" sldId="258"/>
            <ac:picMk id="5" creationId="{46019735-07B2-864B-7AB8-408C78E88446}"/>
          </ac:picMkLst>
        </pc:picChg>
      </pc:sldChg>
      <pc:sldChg chg="addSp delSp modSp mod">
        <pc:chgData name="Vikas Singh" userId="41e88e25-583f-4ea6-978b-2322b3c60e9f" providerId="ADAL" clId="{EA12CBDC-8E25-409E-8635-9FECF9921CC3}" dt="2024-05-21T09:54:31.808" v="31" actId="20577"/>
        <pc:sldMkLst>
          <pc:docMk/>
          <pc:sldMk cId="0" sldId="264"/>
        </pc:sldMkLst>
        <pc:spChg chg="add del mod">
          <ac:chgData name="Vikas Singh" userId="41e88e25-583f-4ea6-978b-2322b3c60e9f" providerId="ADAL" clId="{EA12CBDC-8E25-409E-8635-9FECF9921CC3}" dt="2024-05-21T09:50:28.105" v="26" actId="478"/>
          <ac:spMkLst>
            <pc:docMk/>
            <pc:sldMk cId="0" sldId="264"/>
            <ac:spMk id="4" creationId="{6ED921FB-A64A-E4FC-A61C-CB5FA79155F3}"/>
          </ac:spMkLst>
        </pc:spChg>
        <pc:spChg chg="add del mod">
          <ac:chgData name="Vikas Singh" userId="41e88e25-583f-4ea6-978b-2322b3c60e9f" providerId="ADAL" clId="{EA12CBDC-8E25-409E-8635-9FECF9921CC3}" dt="2024-05-21T09:50:28.105" v="26" actId="478"/>
          <ac:spMkLst>
            <pc:docMk/>
            <pc:sldMk cId="0" sldId="264"/>
            <ac:spMk id="6" creationId="{3035BA61-3940-FB98-3636-BEA6469C715B}"/>
          </ac:spMkLst>
        </pc:spChg>
        <pc:spChg chg="add del mod">
          <ac:chgData name="Vikas Singh" userId="41e88e25-583f-4ea6-978b-2322b3c60e9f" providerId="ADAL" clId="{EA12CBDC-8E25-409E-8635-9FECF9921CC3}" dt="2024-05-21T09:50:28.105" v="26" actId="478"/>
          <ac:spMkLst>
            <pc:docMk/>
            <pc:sldMk cId="0" sldId="264"/>
            <ac:spMk id="8" creationId="{0B5CC546-98AB-9518-EE09-DB5F42732E6F}"/>
          </ac:spMkLst>
        </pc:spChg>
        <pc:spChg chg="add del mod">
          <ac:chgData name="Vikas Singh" userId="41e88e25-583f-4ea6-978b-2322b3c60e9f" providerId="ADAL" clId="{EA12CBDC-8E25-409E-8635-9FECF9921CC3}" dt="2024-05-21T09:50:28.105" v="26" actId="478"/>
          <ac:spMkLst>
            <pc:docMk/>
            <pc:sldMk cId="0" sldId="264"/>
            <ac:spMk id="10" creationId="{971D03A1-B621-EED6-303C-4C0FC4FD1BBD}"/>
          </ac:spMkLst>
        </pc:spChg>
        <pc:spChg chg="add mod">
          <ac:chgData name="Vikas Singh" userId="41e88e25-583f-4ea6-978b-2322b3c60e9f" providerId="ADAL" clId="{EA12CBDC-8E25-409E-8635-9FECF9921CC3}" dt="2024-05-21T09:50:28.848" v="27"/>
          <ac:spMkLst>
            <pc:docMk/>
            <pc:sldMk cId="0" sldId="264"/>
            <ac:spMk id="11" creationId="{CBD2FDAA-402C-682C-E81D-B210CCCFBC6E}"/>
          </ac:spMkLst>
        </pc:spChg>
        <pc:spChg chg="add mod">
          <ac:chgData name="Vikas Singh" userId="41e88e25-583f-4ea6-978b-2322b3c60e9f" providerId="ADAL" clId="{EA12CBDC-8E25-409E-8635-9FECF9921CC3}" dt="2024-05-21T09:50:28.848" v="27"/>
          <ac:spMkLst>
            <pc:docMk/>
            <pc:sldMk cId="0" sldId="264"/>
            <ac:spMk id="12" creationId="{A6D60FBA-09D4-B56E-48CA-D6CF09CEE3D4}"/>
          </ac:spMkLst>
        </pc:spChg>
        <pc:spChg chg="add mod">
          <ac:chgData name="Vikas Singh" userId="41e88e25-583f-4ea6-978b-2322b3c60e9f" providerId="ADAL" clId="{EA12CBDC-8E25-409E-8635-9FECF9921CC3}" dt="2024-05-21T09:50:28.848" v="27"/>
          <ac:spMkLst>
            <pc:docMk/>
            <pc:sldMk cId="0" sldId="264"/>
            <ac:spMk id="13" creationId="{48AEDEB9-F01C-7D50-0012-1AEC13CF9BC1}"/>
          </ac:spMkLst>
        </pc:spChg>
        <pc:spChg chg="mod">
          <ac:chgData name="Vikas Singh" userId="41e88e25-583f-4ea6-978b-2322b3c60e9f" providerId="ADAL" clId="{EA12CBDC-8E25-409E-8635-9FECF9921CC3}" dt="2024-05-21T09:49:20.066" v="18"/>
          <ac:spMkLst>
            <pc:docMk/>
            <pc:sldMk cId="0" sldId="264"/>
            <ac:spMk id="14" creationId="{D92D2CAD-7ED8-3F97-BA57-F033FBB683D2}"/>
          </ac:spMkLst>
        </pc:spChg>
        <pc:spChg chg="add mod">
          <ac:chgData name="Vikas Singh" userId="41e88e25-583f-4ea6-978b-2322b3c60e9f" providerId="ADAL" clId="{EA12CBDC-8E25-409E-8635-9FECF9921CC3}" dt="2024-05-21T09:50:28.848" v="27"/>
          <ac:spMkLst>
            <pc:docMk/>
            <pc:sldMk cId="0" sldId="264"/>
            <ac:spMk id="15" creationId="{7A5752E6-2364-532F-6DB3-00CD1EB48A62}"/>
          </ac:spMkLst>
        </pc:spChg>
        <pc:spChg chg="del">
          <ac:chgData name="Vikas Singh" userId="41e88e25-583f-4ea6-978b-2322b3c60e9f" providerId="ADAL" clId="{EA12CBDC-8E25-409E-8635-9FECF9921CC3}" dt="2024-05-21T09:50:25.354" v="25" actId="478"/>
          <ac:spMkLst>
            <pc:docMk/>
            <pc:sldMk cId="0" sldId="264"/>
            <ac:spMk id="226" creationId="{311D9FD2-D708-10A5-FB83-058C2B4D7B6F}"/>
          </ac:spMkLst>
        </pc:spChg>
        <pc:spChg chg="del">
          <ac:chgData name="Vikas Singh" userId="41e88e25-583f-4ea6-978b-2322b3c60e9f" providerId="ADAL" clId="{EA12CBDC-8E25-409E-8635-9FECF9921CC3}" dt="2024-05-21T09:50:25.354" v="25" actId="478"/>
          <ac:spMkLst>
            <pc:docMk/>
            <pc:sldMk cId="0" sldId="264"/>
            <ac:spMk id="227" creationId="{ED458878-D947-52F5-150C-0BAB091EBCA2}"/>
          </ac:spMkLst>
        </pc:spChg>
        <pc:spChg chg="del">
          <ac:chgData name="Vikas Singh" userId="41e88e25-583f-4ea6-978b-2322b3c60e9f" providerId="ADAL" clId="{EA12CBDC-8E25-409E-8635-9FECF9921CC3}" dt="2024-05-21T09:50:25.354" v="25" actId="478"/>
          <ac:spMkLst>
            <pc:docMk/>
            <pc:sldMk cId="0" sldId="264"/>
            <ac:spMk id="228" creationId="{D88B090B-73F3-63A4-34DD-CB3AB1CE48F5}"/>
          </ac:spMkLst>
        </pc:spChg>
        <pc:spChg chg="del">
          <ac:chgData name="Vikas Singh" userId="41e88e25-583f-4ea6-978b-2322b3c60e9f" providerId="ADAL" clId="{EA12CBDC-8E25-409E-8635-9FECF9921CC3}" dt="2024-05-21T09:50:25.354" v="25" actId="478"/>
          <ac:spMkLst>
            <pc:docMk/>
            <pc:sldMk cId="0" sldId="264"/>
            <ac:spMk id="229" creationId="{BF31C06D-45C6-3925-C3EC-B06176ABB157}"/>
          </ac:spMkLst>
        </pc:spChg>
        <pc:spChg chg="mod">
          <ac:chgData name="Vikas Singh" userId="41e88e25-583f-4ea6-978b-2322b3c60e9f" providerId="ADAL" clId="{EA12CBDC-8E25-409E-8635-9FECF9921CC3}" dt="2024-05-21T09:54:31.808" v="31" actId="20577"/>
          <ac:spMkLst>
            <pc:docMk/>
            <pc:sldMk cId="0" sldId="264"/>
            <ac:spMk id="230" creationId="{4365D2D5-84FC-F8E5-376F-F8DCA75CCC1A}"/>
          </ac:spMkLst>
        </pc:spChg>
        <pc:spChg chg="mod">
          <ac:chgData name="Vikas Singh" userId="41e88e25-583f-4ea6-978b-2322b3c60e9f" providerId="ADAL" clId="{EA12CBDC-8E25-409E-8635-9FECF9921CC3}" dt="2024-05-21T09:50:39.048" v="29" actId="20577"/>
          <ac:spMkLst>
            <pc:docMk/>
            <pc:sldMk cId="0" sldId="264"/>
            <ac:spMk id="231" creationId="{D9786E77-C759-0589-5F82-524D15993BB3}"/>
          </ac:spMkLst>
        </pc:spChg>
      </pc:sldChg>
      <pc:sldChg chg="modSp mod modNotesTx">
        <pc:chgData name="Vikas Singh" userId="41e88e25-583f-4ea6-978b-2322b3c60e9f" providerId="ADAL" clId="{EA12CBDC-8E25-409E-8635-9FECF9921CC3}" dt="2024-05-21T10:43:12.290" v="380"/>
        <pc:sldMkLst>
          <pc:docMk/>
          <pc:sldMk cId="1716098577" sldId="315"/>
        </pc:sldMkLst>
        <pc:spChg chg="mod">
          <ac:chgData name="Vikas Singh" userId="41e88e25-583f-4ea6-978b-2322b3c60e9f" providerId="ADAL" clId="{EA12CBDC-8E25-409E-8635-9FECF9921CC3}" dt="2024-05-21T10:39:13.248" v="84" actId="948"/>
          <ac:spMkLst>
            <pc:docMk/>
            <pc:sldMk cId="1716098577" sldId="315"/>
            <ac:spMk id="440" creationId="{00000000-0000-0000-0000-000000000000}"/>
          </ac:spMkLst>
        </pc:spChg>
      </pc:sldChg>
      <pc:sldChg chg="modNotes">
        <pc:chgData name="Vikas Singh" userId="41e88e25-583f-4ea6-978b-2322b3c60e9f" providerId="ADAL" clId="{EA12CBDC-8E25-409E-8635-9FECF9921CC3}" dt="2024-05-21T12:55:49.024" v="489"/>
        <pc:sldMkLst>
          <pc:docMk/>
          <pc:sldMk cId="512189096" sldId="400"/>
        </pc:sldMkLst>
      </pc:sldChg>
      <pc:sldChg chg="modSp mod">
        <pc:chgData name="Vikas Singh" userId="41e88e25-583f-4ea6-978b-2322b3c60e9f" providerId="ADAL" clId="{EA12CBDC-8E25-409E-8635-9FECF9921CC3}" dt="2024-05-21T09:50:14.562" v="24" actId="2711"/>
        <pc:sldMkLst>
          <pc:docMk/>
          <pc:sldMk cId="0" sldId="436"/>
        </pc:sldMkLst>
        <pc:spChg chg="mod">
          <ac:chgData name="Vikas Singh" userId="41e88e25-583f-4ea6-978b-2322b3c60e9f" providerId="ADAL" clId="{EA12CBDC-8E25-409E-8635-9FECF9921CC3}" dt="2024-05-21T09:49:12.935" v="17"/>
          <ac:spMkLst>
            <pc:docMk/>
            <pc:sldMk cId="0" sldId="436"/>
            <ac:spMk id="4" creationId="{C8F66EF9-B83B-1818-2D5E-F757F0E4DA7D}"/>
          </ac:spMkLst>
        </pc:spChg>
        <pc:spChg chg="mod">
          <ac:chgData name="Vikas Singh" userId="41e88e25-583f-4ea6-978b-2322b3c60e9f" providerId="ADAL" clId="{EA12CBDC-8E25-409E-8635-9FECF9921CC3}" dt="2024-05-21T09:49:36.037" v="19"/>
          <ac:spMkLst>
            <pc:docMk/>
            <pc:sldMk cId="0" sldId="436"/>
            <ac:spMk id="11" creationId="{128F1291-1770-9E10-3D43-4E14B14BCD30}"/>
          </ac:spMkLst>
        </pc:spChg>
        <pc:spChg chg="mod">
          <ac:chgData name="Vikas Singh" userId="41e88e25-583f-4ea6-978b-2322b3c60e9f" providerId="ADAL" clId="{EA12CBDC-8E25-409E-8635-9FECF9921CC3}" dt="2024-05-21T09:49:45.802" v="20"/>
          <ac:spMkLst>
            <pc:docMk/>
            <pc:sldMk cId="0" sldId="436"/>
            <ac:spMk id="13" creationId="{13293EAD-F60C-5852-3C11-4DA02A019CF0}"/>
          </ac:spMkLst>
        </pc:spChg>
        <pc:spChg chg="mod">
          <ac:chgData name="Vikas Singh" userId="41e88e25-583f-4ea6-978b-2322b3c60e9f" providerId="ADAL" clId="{EA12CBDC-8E25-409E-8635-9FECF9921CC3}" dt="2024-05-21T09:49:54.711" v="21"/>
          <ac:spMkLst>
            <pc:docMk/>
            <pc:sldMk cId="0" sldId="436"/>
            <ac:spMk id="22" creationId="{CD4120E9-DC2C-C799-A961-7EBEA62DE1F1}"/>
          </ac:spMkLst>
        </pc:spChg>
        <pc:spChg chg="mod">
          <ac:chgData name="Vikas Singh" userId="41e88e25-583f-4ea6-978b-2322b3c60e9f" providerId="ADAL" clId="{EA12CBDC-8E25-409E-8635-9FECF9921CC3}" dt="2024-05-21T09:50:14.562" v="24" actId="2711"/>
          <ac:spMkLst>
            <pc:docMk/>
            <pc:sldMk cId="0" sldId="436"/>
            <ac:spMk id="23" creationId="{2EDD47A5-7C66-F8B0-BAC7-E97F045F19B9}"/>
          </ac:spMkLst>
        </pc:spChg>
      </pc:sldChg>
      <pc:sldChg chg="modSp mod">
        <pc:chgData name="Vikas Singh" userId="41e88e25-583f-4ea6-978b-2322b3c60e9f" providerId="ADAL" clId="{EA12CBDC-8E25-409E-8635-9FECF9921CC3}" dt="2024-05-21T10:10:07.853" v="42" actId="20577"/>
        <pc:sldMkLst>
          <pc:docMk/>
          <pc:sldMk cId="1984085454" sldId="437"/>
        </pc:sldMkLst>
        <pc:spChg chg="mod">
          <ac:chgData name="Vikas Singh" userId="41e88e25-583f-4ea6-978b-2322b3c60e9f" providerId="ADAL" clId="{EA12CBDC-8E25-409E-8635-9FECF9921CC3}" dt="2024-05-21T10:09:15.745" v="35" actId="20577"/>
          <ac:spMkLst>
            <pc:docMk/>
            <pc:sldMk cId="1984085454" sldId="437"/>
            <ac:spMk id="15" creationId="{91CDB725-780B-DC7C-24D0-BCF92150ED2E}"/>
          </ac:spMkLst>
        </pc:spChg>
        <pc:spChg chg="mod">
          <ac:chgData name="Vikas Singh" userId="41e88e25-583f-4ea6-978b-2322b3c60e9f" providerId="ADAL" clId="{EA12CBDC-8E25-409E-8635-9FECF9921CC3}" dt="2024-05-21T10:09:25.195" v="36"/>
          <ac:spMkLst>
            <pc:docMk/>
            <pc:sldMk cId="1984085454" sldId="437"/>
            <ac:spMk id="17" creationId="{F8984D24-6EA8-4374-2252-CC4257056B72}"/>
          </ac:spMkLst>
        </pc:spChg>
        <pc:spChg chg="mod">
          <ac:chgData name="Vikas Singh" userId="41e88e25-583f-4ea6-978b-2322b3c60e9f" providerId="ADAL" clId="{EA12CBDC-8E25-409E-8635-9FECF9921CC3}" dt="2024-05-21T10:10:07.853" v="42" actId="20577"/>
          <ac:spMkLst>
            <pc:docMk/>
            <pc:sldMk cId="1984085454" sldId="437"/>
            <ac:spMk id="19" creationId="{7FEE9B63-41A3-A33B-175D-125F00851496}"/>
          </ac:spMkLst>
        </pc:spChg>
        <pc:spChg chg="mod">
          <ac:chgData name="Vikas Singh" userId="41e88e25-583f-4ea6-978b-2322b3c60e9f" providerId="ADAL" clId="{EA12CBDC-8E25-409E-8635-9FECF9921CC3}" dt="2024-05-21T10:10:05.332" v="41" actId="20577"/>
          <ac:spMkLst>
            <pc:docMk/>
            <pc:sldMk cId="1984085454" sldId="437"/>
            <ac:spMk id="21" creationId="{A95E9C11-76FC-FFB3-5C88-2C8E94B8B16F}"/>
          </ac:spMkLst>
        </pc:spChg>
        <pc:spChg chg="mod">
          <ac:chgData name="Vikas Singh" userId="41e88e25-583f-4ea6-978b-2322b3c60e9f" providerId="ADAL" clId="{EA12CBDC-8E25-409E-8635-9FECF9921CC3}" dt="2024-05-21T10:10:02.477" v="40" actId="20577"/>
          <ac:spMkLst>
            <pc:docMk/>
            <pc:sldMk cId="1984085454" sldId="437"/>
            <ac:spMk id="23" creationId="{3C0D1026-9C73-D432-1841-D3CECC5FD508}"/>
          </ac:spMkLst>
        </pc:spChg>
      </pc:sldChg>
      <pc:sldChg chg="addSp delSp modSp mod">
        <pc:chgData name="Vikas Singh" userId="41e88e25-583f-4ea6-978b-2322b3c60e9f" providerId="ADAL" clId="{EA12CBDC-8E25-409E-8635-9FECF9921CC3}" dt="2024-05-21T10:11:08.213" v="49"/>
        <pc:sldMkLst>
          <pc:docMk/>
          <pc:sldMk cId="3284468294" sldId="438"/>
        </pc:sldMkLst>
        <pc:spChg chg="add del mod">
          <ac:chgData name="Vikas Singh" userId="41e88e25-583f-4ea6-978b-2322b3c60e9f" providerId="ADAL" clId="{EA12CBDC-8E25-409E-8635-9FECF9921CC3}" dt="2024-05-21T10:10:16.672" v="44" actId="478"/>
          <ac:spMkLst>
            <pc:docMk/>
            <pc:sldMk cId="3284468294" sldId="438"/>
            <ac:spMk id="4" creationId="{EF53792F-B64F-CAAE-9A23-239A81BF547D}"/>
          </ac:spMkLst>
        </pc:spChg>
        <pc:spChg chg="add del mod">
          <ac:chgData name="Vikas Singh" userId="41e88e25-583f-4ea6-978b-2322b3c60e9f" providerId="ADAL" clId="{EA12CBDC-8E25-409E-8635-9FECF9921CC3}" dt="2024-05-21T10:10:16.672" v="44" actId="478"/>
          <ac:spMkLst>
            <pc:docMk/>
            <pc:sldMk cId="3284468294" sldId="438"/>
            <ac:spMk id="6" creationId="{BA013431-781D-9C22-F882-ACE90F536E97}"/>
          </ac:spMkLst>
        </pc:spChg>
        <pc:spChg chg="add del mod">
          <ac:chgData name="Vikas Singh" userId="41e88e25-583f-4ea6-978b-2322b3c60e9f" providerId="ADAL" clId="{EA12CBDC-8E25-409E-8635-9FECF9921CC3}" dt="2024-05-21T10:10:16.672" v="44" actId="478"/>
          <ac:spMkLst>
            <pc:docMk/>
            <pc:sldMk cId="3284468294" sldId="438"/>
            <ac:spMk id="8" creationId="{0F10D052-14C2-D1D7-ED0F-4531CEECFAD9}"/>
          </ac:spMkLst>
        </pc:spChg>
        <pc:spChg chg="add del mod">
          <ac:chgData name="Vikas Singh" userId="41e88e25-583f-4ea6-978b-2322b3c60e9f" providerId="ADAL" clId="{EA12CBDC-8E25-409E-8635-9FECF9921CC3}" dt="2024-05-21T10:10:16.672" v="44" actId="478"/>
          <ac:spMkLst>
            <pc:docMk/>
            <pc:sldMk cId="3284468294" sldId="438"/>
            <ac:spMk id="10" creationId="{299CB948-A183-3599-70D4-45326B2C2D20}"/>
          </ac:spMkLst>
        </pc:spChg>
        <pc:spChg chg="add mod">
          <ac:chgData name="Vikas Singh" userId="41e88e25-583f-4ea6-978b-2322b3c60e9f" providerId="ADAL" clId="{EA12CBDC-8E25-409E-8635-9FECF9921CC3}" dt="2024-05-21T10:10:31.443" v="46"/>
          <ac:spMkLst>
            <pc:docMk/>
            <pc:sldMk cId="3284468294" sldId="438"/>
            <ac:spMk id="11" creationId="{476AFF17-A904-9B32-F8C9-BF34C3F54FA0}"/>
          </ac:spMkLst>
        </pc:spChg>
        <pc:spChg chg="mod">
          <ac:chgData name="Vikas Singh" userId="41e88e25-583f-4ea6-978b-2322b3c60e9f" providerId="ADAL" clId="{EA12CBDC-8E25-409E-8635-9FECF9921CC3}" dt="2024-05-21T10:10:25.167" v="45"/>
          <ac:spMkLst>
            <pc:docMk/>
            <pc:sldMk cId="3284468294" sldId="438"/>
            <ac:spMk id="12" creationId="{E007092A-440F-3602-B9C1-FE3023FDFBB4}"/>
          </ac:spMkLst>
        </pc:spChg>
        <pc:spChg chg="add mod">
          <ac:chgData name="Vikas Singh" userId="41e88e25-583f-4ea6-978b-2322b3c60e9f" providerId="ADAL" clId="{EA12CBDC-8E25-409E-8635-9FECF9921CC3}" dt="2024-05-21T10:10:31.443" v="46"/>
          <ac:spMkLst>
            <pc:docMk/>
            <pc:sldMk cId="3284468294" sldId="438"/>
            <ac:spMk id="13" creationId="{C9D02B99-E13E-218F-C885-29571650749F}"/>
          </ac:spMkLst>
        </pc:spChg>
        <pc:spChg chg="add mod">
          <ac:chgData name="Vikas Singh" userId="41e88e25-583f-4ea6-978b-2322b3c60e9f" providerId="ADAL" clId="{EA12CBDC-8E25-409E-8635-9FECF9921CC3}" dt="2024-05-21T10:10:31.443" v="46"/>
          <ac:spMkLst>
            <pc:docMk/>
            <pc:sldMk cId="3284468294" sldId="438"/>
            <ac:spMk id="14" creationId="{415C3E12-5AF6-F8D1-952A-B0BE029E5E2F}"/>
          </ac:spMkLst>
        </pc:spChg>
        <pc:spChg chg="add mod">
          <ac:chgData name="Vikas Singh" userId="41e88e25-583f-4ea6-978b-2322b3c60e9f" providerId="ADAL" clId="{EA12CBDC-8E25-409E-8635-9FECF9921CC3}" dt="2024-05-21T10:10:31.443" v="46"/>
          <ac:spMkLst>
            <pc:docMk/>
            <pc:sldMk cId="3284468294" sldId="438"/>
            <ac:spMk id="15" creationId="{1364D402-EDFE-8584-C52E-F023E4CB3193}"/>
          </ac:spMkLst>
        </pc:spChg>
        <pc:spChg chg="del">
          <ac:chgData name="Vikas Singh" userId="41e88e25-583f-4ea6-978b-2322b3c60e9f" providerId="ADAL" clId="{EA12CBDC-8E25-409E-8635-9FECF9921CC3}" dt="2024-05-21T10:10:14.158" v="43" actId="478"/>
          <ac:spMkLst>
            <pc:docMk/>
            <pc:sldMk cId="3284468294" sldId="438"/>
            <ac:spMk id="30" creationId="{6472A9DE-E1CA-F858-428F-C86C102FA70E}"/>
          </ac:spMkLst>
        </pc:spChg>
        <pc:spChg chg="del">
          <ac:chgData name="Vikas Singh" userId="41e88e25-583f-4ea6-978b-2322b3c60e9f" providerId="ADAL" clId="{EA12CBDC-8E25-409E-8635-9FECF9921CC3}" dt="2024-05-21T10:10:14.158" v="43" actId="478"/>
          <ac:spMkLst>
            <pc:docMk/>
            <pc:sldMk cId="3284468294" sldId="438"/>
            <ac:spMk id="31" creationId="{7E901AA4-A5B8-16F8-2045-06C887C5581F}"/>
          </ac:spMkLst>
        </pc:spChg>
        <pc:spChg chg="del">
          <ac:chgData name="Vikas Singh" userId="41e88e25-583f-4ea6-978b-2322b3c60e9f" providerId="ADAL" clId="{EA12CBDC-8E25-409E-8635-9FECF9921CC3}" dt="2024-05-21T10:10:14.158" v="43" actId="478"/>
          <ac:spMkLst>
            <pc:docMk/>
            <pc:sldMk cId="3284468294" sldId="438"/>
            <ac:spMk id="192" creationId="{5FF3AA8C-7A5A-6482-5BDF-684B50DC4F60}"/>
          </ac:spMkLst>
        </pc:spChg>
        <pc:spChg chg="del">
          <ac:chgData name="Vikas Singh" userId="41e88e25-583f-4ea6-978b-2322b3c60e9f" providerId="ADAL" clId="{EA12CBDC-8E25-409E-8635-9FECF9921CC3}" dt="2024-05-21T10:10:14.158" v="43" actId="478"/>
          <ac:spMkLst>
            <pc:docMk/>
            <pc:sldMk cId="3284468294" sldId="438"/>
            <ac:spMk id="193" creationId="{8B29E2F7-3FBF-834C-3CA7-B2FFB22C6BE9}"/>
          </ac:spMkLst>
        </pc:spChg>
        <pc:spChg chg="mod">
          <ac:chgData name="Vikas Singh" userId="41e88e25-583f-4ea6-978b-2322b3c60e9f" providerId="ADAL" clId="{EA12CBDC-8E25-409E-8635-9FECF9921CC3}" dt="2024-05-21T10:11:08.213" v="49"/>
          <ac:spMkLst>
            <pc:docMk/>
            <pc:sldMk cId="3284468294" sldId="438"/>
            <ac:spMk id="194" creationId="{1FAE0FA4-1CE8-6668-E942-5A8481651664}"/>
          </ac:spMkLst>
        </pc:spChg>
        <pc:spChg chg="mod">
          <ac:chgData name="Vikas Singh" userId="41e88e25-583f-4ea6-978b-2322b3c60e9f" providerId="ADAL" clId="{EA12CBDC-8E25-409E-8635-9FECF9921CC3}" dt="2024-05-21T10:10:56.904" v="48" actId="20577"/>
          <ac:spMkLst>
            <pc:docMk/>
            <pc:sldMk cId="3284468294" sldId="438"/>
            <ac:spMk id="195" creationId="{49970A51-32C7-DDBC-79A9-635B2B829B62}"/>
          </ac:spMkLst>
        </pc:spChg>
      </pc:sldChg>
      <pc:sldChg chg="del">
        <pc:chgData name="Vikas Singh" userId="41e88e25-583f-4ea6-978b-2322b3c60e9f" providerId="ADAL" clId="{EA12CBDC-8E25-409E-8635-9FECF9921CC3}" dt="2024-05-21T10:11:13.068" v="50" actId="47"/>
        <pc:sldMkLst>
          <pc:docMk/>
          <pc:sldMk cId="3606263494" sldId="443"/>
        </pc:sldMkLst>
      </pc:sldChg>
      <pc:sldChg chg="del">
        <pc:chgData name="Vikas Singh" userId="41e88e25-583f-4ea6-978b-2322b3c60e9f" providerId="ADAL" clId="{EA12CBDC-8E25-409E-8635-9FECF9921CC3}" dt="2024-05-21T10:11:13.132" v="51" actId="47"/>
        <pc:sldMkLst>
          <pc:docMk/>
          <pc:sldMk cId="4083932901" sldId="444"/>
        </pc:sldMkLst>
      </pc:sldChg>
      <pc:sldChg chg="add del modNotes">
        <pc:chgData name="Vikas Singh" userId="41e88e25-583f-4ea6-978b-2322b3c60e9f" providerId="ADAL" clId="{EA12CBDC-8E25-409E-8635-9FECF9921CC3}" dt="2024-05-21T12:55:49.024" v="489"/>
        <pc:sldMkLst>
          <pc:docMk/>
          <pc:sldMk cId="1061137604" sldId="593"/>
        </pc:sldMkLst>
      </pc:sldChg>
      <pc:sldChg chg="modNotes">
        <pc:chgData name="Vikas Singh" userId="41e88e25-583f-4ea6-978b-2322b3c60e9f" providerId="ADAL" clId="{EA12CBDC-8E25-409E-8635-9FECF9921CC3}" dt="2024-05-21T12:55:49.024" v="489"/>
        <pc:sldMkLst>
          <pc:docMk/>
          <pc:sldMk cId="101127793" sldId="603"/>
        </pc:sldMkLst>
      </pc:sldChg>
      <pc:sldChg chg="modNotes">
        <pc:chgData name="Vikas Singh" userId="41e88e25-583f-4ea6-978b-2322b3c60e9f" providerId="ADAL" clId="{EA12CBDC-8E25-409E-8635-9FECF9921CC3}" dt="2024-05-21T12:55:49.024" v="489"/>
        <pc:sldMkLst>
          <pc:docMk/>
          <pc:sldMk cId="2021307297" sldId="630"/>
        </pc:sldMkLst>
      </pc:sldChg>
      <pc:sldChg chg="modNotes">
        <pc:chgData name="Vikas Singh" userId="41e88e25-583f-4ea6-978b-2322b3c60e9f" providerId="ADAL" clId="{EA12CBDC-8E25-409E-8635-9FECF9921CC3}" dt="2024-05-21T12:55:49.024" v="489"/>
        <pc:sldMkLst>
          <pc:docMk/>
          <pc:sldMk cId="2731835310" sldId="631"/>
        </pc:sldMkLst>
      </pc:sldChg>
      <pc:sldChg chg="modNotes">
        <pc:chgData name="Vikas Singh" userId="41e88e25-583f-4ea6-978b-2322b3c60e9f" providerId="ADAL" clId="{EA12CBDC-8E25-409E-8635-9FECF9921CC3}" dt="2024-05-21T12:55:49.024" v="489"/>
        <pc:sldMkLst>
          <pc:docMk/>
          <pc:sldMk cId="3779446636" sldId="632"/>
        </pc:sldMkLst>
      </pc:sldChg>
      <pc:sldChg chg="modSp mod modNotesTx">
        <pc:chgData name="Vikas Singh" userId="41e88e25-583f-4ea6-978b-2322b3c60e9f" providerId="ADAL" clId="{EA12CBDC-8E25-409E-8635-9FECF9921CC3}" dt="2024-05-21T12:55:03.317" v="487"/>
        <pc:sldMkLst>
          <pc:docMk/>
          <pc:sldMk cId="468171632" sldId="638"/>
        </pc:sldMkLst>
        <pc:spChg chg="mod">
          <ac:chgData name="Vikas Singh" userId="41e88e25-583f-4ea6-978b-2322b3c60e9f" providerId="ADAL" clId="{EA12CBDC-8E25-409E-8635-9FECF9921CC3}" dt="2024-05-21T12:54:44.077" v="479" actId="122"/>
          <ac:spMkLst>
            <pc:docMk/>
            <pc:sldMk cId="468171632" sldId="638"/>
            <ac:spMk id="16" creationId="{A648FEB1-FB4E-4C27-9EF6-E95632DC82E9}"/>
          </ac:spMkLst>
        </pc:spChg>
        <pc:spChg chg="mod">
          <ac:chgData name="Vikas Singh" userId="41e88e25-583f-4ea6-978b-2322b3c60e9f" providerId="ADAL" clId="{EA12CBDC-8E25-409E-8635-9FECF9921CC3}" dt="2024-05-21T12:54:42.067" v="478" actId="122"/>
          <ac:spMkLst>
            <pc:docMk/>
            <pc:sldMk cId="468171632" sldId="638"/>
            <ac:spMk id="17" creationId="{6D7F720A-EC92-48F2-9CA0-4D303B23B4E8}"/>
          </ac:spMkLst>
        </pc:spChg>
        <pc:spChg chg="mod">
          <ac:chgData name="Vikas Singh" userId="41e88e25-583f-4ea6-978b-2322b3c60e9f" providerId="ADAL" clId="{EA12CBDC-8E25-409E-8635-9FECF9921CC3}" dt="2024-05-21T12:53:30.860" v="467" actId="113"/>
          <ac:spMkLst>
            <pc:docMk/>
            <pc:sldMk cId="468171632" sldId="638"/>
            <ac:spMk id="18" creationId="{BF585F2B-7F92-4745-8473-10E8DC84517F}"/>
          </ac:spMkLst>
        </pc:spChg>
      </pc:sldChg>
      <pc:sldChg chg="delSp mod modNotes">
        <pc:chgData name="Vikas Singh" userId="41e88e25-583f-4ea6-978b-2322b3c60e9f" providerId="ADAL" clId="{EA12CBDC-8E25-409E-8635-9FECF9921CC3}" dt="2024-05-21T12:57:06.251" v="491" actId="478"/>
        <pc:sldMkLst>
          <pc:docMk/>
          <pc:sldMk cId="3840601899" sldId="639"/>
        </pc:sldMkLst>
        <pc:spChg chg="del">
          <ac:chgData name="Vikas Singh" userId="41e88e25-583f-4ea6-978b-2322b3c60e9f" providerId="ADAL" clId="{EA12CBDC-8E25-409E-8635-9FECF9921CC3}" dt="2024-05-21T12:57:03.447" v="490" actId="478"/>
          <ac:spMkLst>
            <pc:docMk/>
            <pc:sldMk cId="3840601899" sldId="639"/>
            <ac:spMk id="2" creationId="{47F05B26-4961-957E-C111-0C0F6418202E}"/>
          </ac:spMkLst>
        </pc:spChg>
        <pc:spChg chg="del">
          <ac:chgData name="Vikas Singh" userId="41e88e25-583f-4ea6-978b-2322b3c60e9f" providerId="ADAL" clId="{EA12CBDC-8E25-409E-8635-9FECF9921CC3}" dt="2024-05-21T12:57:06.251" v="491" actId="478"/>
          <ac:spMkLst>
            <pc:docMk/>
            <pc:sldMk cId="3840601899" sldId="639"/>
            <ac:spMk id="21" creationId="{21CF1255-7FEB-4862-9F63-A79781F2237C}"/>
          </ac:spMkLst>
        </pc:spChg>
      </pc:sldChg>
      <pc:sldChg chg="modNotes">
        <pc:chgData name="Vikas Singh" userId="41e88e25-583f-4ea6-978b-2322b3c60e9f" providerId="ADAL" clId="{EA12CBDC-8E25-409E-8635-9FECF9921CC3}" dt="2024-05-21T12:55:49.024" v="489"/>
        <pc:sldMkLst>
          <pc:docMk/>
          <pc:sldMk cId="3485012443" sldId="645"/>
        </pc:sldMkLst>
      </pc:sldChg>
      <pc:sldChg chg="addSp modSp mod modNotes">
        <pc:chgData name="Vikas Singh" userId="41e88e25-583f-4ea6-978b-2322b3c60e9f" providerId="ADAL" clId="{EA12CBDC-8E25-409E-8635-9FECF9921CC3}" dt="2024-05-21T13:03:10.229" v="507"/>
        <pc:sldMkLst>
          <pc:docMk/>
          <pc:sldMk cId="3807930778" sldId="646"/>
        </pc:sldMkLst>
        <pc:spChg chg="add mod">
          <ac:chgData name="Vikas Singh" userId="41e88e25-583f-4ea6-978b-2322b3c60e9f" providerId="ADAL" clId="{EA12CBDC-8E25-409E-8635-9FECF9921CC3}" dt="2024-05-21T13:03:10.229" v="507"/>
          <ac:spMkLst>
            <pc:docMk/>
            <pc:sldMk cId="3807930778" sldId="646"/>
            <ac:spMk id="4" creationId="{07019646-1388-C8BF-0B21-F974F27CF7AF}"/>
          </ac:spMkLst>
        </pc:spChg>
        <pc:picChg chg="mod">
          <ac:chgData name="Vikas Singh" userId="41e88e25-583f-4ea6-978b-2322b3c60e9f" providerId="ADAL" clId="{EA12CBDC-8E25-409E-8635-9FECF9921CC3}" dt="2024-05-21T13:02:55.680" v="496" actId="1076"/>
          <ac:picMkLst>
            <pc:docMk/>
            <pc:sldMk cId="3807930778" sldId="646"/>
            <ac:picMk id="6" creationId="{1168E037-AFED-4CE3-BEB0-CA8F1D4BC6E3}"/>
          </ac:picMkLst>
        </pc:picChg>
      </pc:sldChg>
      <pc:sldChg chg="modNotes">
        <pc:chgData name="Vikas Singh" userId="41e88e25-583f-4ea6-978b-2322b3c60e9f" providerId="ADAL" clId="{EA12CBDC-8E25-409E-8635-9FECF9921CC3}" dt="2024-05-21T12:55:49.024" v="489"/>
        <pc:sldMkLst>
          <pc:docMk/>
          <pc:sldMk cId="1414318179" sldId="649"/>
        </pc:sldMkLst>
      </pc:sldChg>
      <pc:sldChg chg="modNotes">
        <pc:chgData name="Vikas Singh" userId="41e88e25-583f-4ea6-978b-2322b3c60e9f" providerId="ADAL" clId="{EA12CBDC-8E25-409E-8635-9FECF9921CC3}" dt="2024-05-21T12:55:49.024" v="489"/>
        <pc:sldMkLst>
          <pc:docMk/>
          <pc:sldMk cId="1916195076" sldId="652"/>
        </pc:sldMkLst>
      </pc:sldChg>
      <pc:sldChg chg="modNotes">
        <pc:chgData name="Vikas Singh" userId="41e88e25-583f-4ea6-978b-2322b3c60e9f" providerId="ADAL" clId="{EA12CBDC-8E25-409E-8635-9FECF9921CC3}" dt="2024-05-21T12:55:49.024" v="489"/>
        <pc:sldMkLst>
          <pc:docMk/>
          <pc:sldMk cId="1860710325" sldId="2189"/>
        </pc:sldMkLst>
      </pc:sldChg>
      <pc:sldChg chg="delSp mod modNotes">
        <pc:chgData name="Vikas Singh" userId="41e88e25-583f-4ea6-978b-2322b3c60e9f" providerId="ADAL" clId="{EA12CBDC-8E25-409E-8635-9FECF9921CC3}" dt="2024-05-21T12:57:46.435" v="495" actId="478"/>
        <pc:sldMkLst>
          <pc:docMk/>
          <pc:sldMk cId="1513799491" sldId="2197"/>
        </pc:sldMkLst>
        <pc:spChg chg="del">
          <ac:chgData name="Vikas Singh" userId="41e88e25-583f-4ea6-978b-2322b3c60e9f" providerId="ADAL" clId="{EA12CBDC-8E25-409E-8635-9FECF9921CC3}" dt="2024-05-21T12:57:46.435" v="495" actId="478"/>
          <ac:spMkLst>
            <pc:docMk/>
            <pc:sldMk cId="1513799491" sldId="2197"/>
            <ac:spMk id="16" creationId="{028B14D5-8E7D-926E-42A4-F028FEA99ED1}"/>
          </ac:spMkLst>
        </pc:spChg>
      </pc:sldChg>
      <pc:sldChg chg="addSp modSp mod">
        <pc:chgData name="Vikas Singh" userId="41e88e25-583f-4ea6-978b-2322b3c60e9f" providerId="ADAL" clId="{EA12CBDC-8E25-409E-8635-9FECF9921CC3}" dt="2024-05-21T12:27:55.180" v="465" actId="113"/>
        <pc:sldMkLst>
          <pc:docMk/>
          <pc:sldMk cId="4234404309" sldId="2297"/>
        </pc:sldMkLst>
        <pc:spChg chg="add mod">
          <ac:chgData name="Vikas Singh" userId="41e88e25-583f-4ea6-978b-2322b3c60e9f" providerId="ADAL" clId="{EA12CBDC-8E25-409E-8635-9FECF9921CC3}" dt="2024-05-21T12:27:55.180" v="465" actId="113"/>
          <ac:spMkLst>
            <pc:docMk/>
            <pc:sldMk cId="4234404309" sldId="2297"/>
            <ac:spMk id="5" creationId="{17C4B829-9ACA-664A-9AC1-90E19CBAD207}"/>
          </ac:spMkLst>
        </pc:spChg>
        <pc:picChg chg="add mod">
          <ac:chgData name="Vikas Singh" userId="41e88e25-583f-4ea6-978b-2322b3c60e9f" providerId="ADAL" clId="{EA12CBDC-8E25-409E-8635-9FECF9921CC3}" dt="2024-05-21T12:23:06.273" v="433" actId="1076"/>
          <ac:picMkLst>
            <pc:docMk/>
            <pc:sldMk cId="4234404309" sldId="2297"/>
            <ac:picMk id="4" creationId="{9B46D37C-60D3-D17A-A060-77F0DCDA823C}"/>
          </ac:picMkLst>
        </pc:picChg>
      </pc:sldChg>
      <pc:sldChg chg="modSp mod">
        <pc:chgData name="Vikas Singh" userId="41e88e25-583f-4ea6-978b-2322b3c60e9f" providerId="ADAL" clId="{EA12CBDC-8E25-409E-8635-9FECF9921CC3}" dt="2024-05-21T12:18:30.719" v="427" actId="20577"/>
        <pc:sldMkLst>
          <pc:docMk/>
          <pc:sldMk cId="1839792550" sldId="2367"/>
        </pc:sldMkLst>
        <pc:spChg chg="mod">
          <ac:chgData name="Vikas Singh" userId="41e88e25-583f-4ea6-978b-2322b3c60e9f" providerId="ADAL" clId="{EA12CBDC-8E25-409E-8635-9FECF9921CC3}" dt="2024-05-21T12:18:30.719" v="427" actId="20577"/>
          <ac:spMkLst>
            <pc:docMk/>
            <pc:sldMk cId="1839792550" sldId="2367"/>
            <ac:spMk id="2" creationId="{0432E717-F00D-890C-795A-4F314966D65D}"/>
          </ac:spMkLst>
        </pc:spChg>
      </pc:sldChg>
      <pc:sldChg chg="addSp delSp modSp mod">
        <pc:chgData name="Vikas Singh" userId="41e88e25-583f-4ea6-978b-2322b3c60e9f" providerId="ADAL" clId="{EA12CBDC-8E25-409E-8635-9FECF9921CC3}" dt="2024-05-21T12:57:38.105" v="494" actId="1076"/>
        <pc:sldMkLst>
          <pc:docMk/>
          <pc:sldMk cId="2534790940" sldId="2385"/>
        </pc:sldMkLst>
        <pc:spChg chg="add del mod">
          <ac:chgData name="Vikas Singh" userId="41e88e25-583f-4ea6-978b-2322b3c60e9f" providerId="ADAL" clId="{EA12CBDC-8E25-409E-8635-9FECF9921CC3}" dt="2024-05-21T12:57:38.105" v="494" actId="1076"/>
          <ac:spMkLst>
            <pc:docMk/>
            <pc:sldMk cId="2534790940" sldId="2385"/>
            <ac:spMk id="3" creationId="{FA89B1EA-4D5C-288E-6143-9874C5DC099A}"/>
          </ac:spMkLst>
        </pc:spChg>
        <pc:spChg chg="mod">
          <ac:chgData name="Vikas Singh" userId="41e88e25-583f-4ea6-978b-2322b3c60e9f" providerId="ADAL" clId="{EA12CBDC-8E25-409E-8635-9FECF9921CC3}" dt="2024-05-21T12:27:44.124" v="464" actId="1076"/>
          <ac:spMkLst>
            <pc:docMk/>
            <pc:sldMk cId="2534790940" sldId="2385"/>
            <ac:spMk id="4" creationId="{9A035AD0-C07E-2212-2F5B-DBDF94FD5B84}"/>
          </ac:spMkLst>
        </pc:spChg>
      </pc:sldChg>
    </pc:docChg>
  </pc:docChgLst>
  <pc:docChgLst>
    <pc:chgData name="Rajoshree Das" userId="54c09b02-0be9-4235-bf52-57d41bc9f90f" providerId="ADAL" clId="{3248722B-AAC3-491A-8AAB-FFDF543F93FD}"/>
    <pc:docChg chg="undo custSel modSld">
      <pc:chgData name="Rajoshree Das" userId="54c09b02-0be9-4235-bf52-57d41bc9f90f" providerId="ADAL" clId="{3248722B-AAC3-491A-8AAB-FFDF543F93FD}" dt="2024-05-21T13:23:52.223" v="777"/>
      <pc:docMkLst>
        <pc:docMk/>
      </pc:docMkLst>
      <pc:sldChg chg="modNotesTx">
        <pc:chgData name="Rajoshree Das" userId="54c09b02-0be9-4235-bf52-57d41bc9f90f" providerId="ADAL" clId="{3248722B-AAC3-491A-8AAB-FFDF543F93FD}" dt="2024-05-21T09:57:36.606" v="129" actId="20577"/>
        <pc:sldMkLst>
          <pc:docMk/>
          <pc:sldMk cId="0" sldId="257"/>
        </pc:sldMkLst>
      </pc:sldChg>
      <pc:sldChg chg="modSp mod addCm delCm">
        <pc:chgData name="Rajoshree Das" userId="54c09b02-0be9-4235-bf52-57d41bc9f90f" providerId="ADAL" clId="{3248722B-AAC3-491A-8AAB-FFDF543F93FD}" dt="2024-05-21T11:41:07.388" v="517" actId="14100"/>
        <pc:sldMkLst>
          <pc:docMk/>
          <pc:sldMk cId="0" sldId="258"/>
        </pc:sldMkLst>
        <pc:spChg chg="mod">
          <ac:chgData name="Rajoshree Das" userId="54c09b02-0be9-4235-bf52-57d41bc9f90f" providerId="ADAL" clId="{3248722B-AAC3-491A-8AAB-FFDF543F93FD}" dt="2024-05-21T11:40:29.958" v="516" actId="14100"/>
          <ac:spMkLst>
            <pc:docMk/>
            <pc:sldMk cId="0" sldId="258"/>
            <ac:spMk id="13" creationId="{2522C042-627B-0515-62C0-5B22D6D6732F}"/>
          </ac:spMkLst>
        </pc:spChg>
        <pc:spChg chg="mod">
          <ac:chgData name="Rajoshree Das" userId="54c09b02-0be9-4235-bf52-57d41bc9f90f" providerId="ADAL" clId="{3248722B-AAC3-491A-8AAB-FFDF543F93FD}" dt="2024-05-21T11:39:16.940" v="493" actId="14100"/>
          <ac:spMkLst>
            <pc:docMk/>
            <pc:sldMk cId="0" sldId="258"/>
            <ac:spMk id="14" creationId="{72FA8A64-0BD1-8D97-83AE-B004DD661AC9}"/>
          </ac:spMkLst>
        </pc:spChg>
        <pc:spChg chg="mod">
          <ac:chgData name="Rajoshree Das" userId="54c09b02-0be9-4235-bf52-57d41bc9f90f" providerId="ADAL" clId="{3248722B-AAC3-491A-8AAB-FFDF543F93FD}" dt="2024-05-21T11:41:07.388" v="517" actId="14100"/>
          <ac:spMkLst>
            <pc:docMk/>
            <pc:sldMk cId="0" sldId="258"/>
            <ac:spMk id="16" creationId="{17567A96-DF42-75F5-7755-B1C99E0C1554}"/>
          </ac:spMkLst>
        </pc:spChg>
        <pc:extLst>
          <p:ext xmlns:p="http://schemas.openxmlformats.org/presentationml/2006/main" uri="{D6D511B9-2390-475A-947B-AFAB55BFBCF1}">
            <pc226:cmChg xmlns:pc226="http://schemas.microsoft.com/office/powerpoint/2022/06/main/command" chg="add del">
              <pc226:chgData name="Rajoshree Das" userId="54c09b02-0be9-4235-bf52-57d41bc9f90f" providerId="ADAL" clId="{3248722B-AAC3-491A-8AAB-FFDF543F93FD}" dt="2024-05-21T11:07:10.712" v="491"/>
              <pc2:cmMkLst xmlns:pc2="http://schemas.microsoft.com/office/powerpoint/2019/9/main/command">
                <pc:docMk/>
                <pc:sldMk cId="0" sldId="258"/>
                <pc2:cmMk id="{E7556E7A-DD35-482B-B13F-CDADCB4E5754}"/>
              </pc2:cmMkLst>
            </pc226:cmChg>
          </p:ext>
        </pc:extLst>
      </pc:sldChg>
      <pc:sldChg chg="modNotesTx">
        <pc:chgData name="Rajoshree Das" userId="54c09b02-0be9-4235-bf52-57d41bc9f90f" providerId="ADAL" clId="{3248722B-AAC3-491A-8AAB-FFDF543F93FD}" dt="2024-05-21T09:56:57.533" v="81" actId="20577"/>
        <pc:sldMkLst>
          <pc:docMk/>
          <pc:sldMk cId="0" sldId="259"/>
        </pc:sldMkLst>
      </pc:sldChg>
      <pc:sldChg chg="modSp mod">
        <pc:chgData name="Rajoshree Das" userId="54c09b02-0be9-4235-bf52-57d41bc9f90f" providerId="ADAL" clId="{3248722B-AAC3-491A-8AAB-FFDF543F93FD}" dt="2024-05-21T13:15:04.139" v="755" actId="20577"/>
        <pc:sldMkLst>
          <pc:docMk/>
          <pc:sldMk cId="0" sldId="264"/>
        </pc:sldMkLst>
        <pc:spChg chg="mod">
          <ac:chgData name="Rajoshree Das" userId="54c09b02-0be9-4235-bf52-57d41bc9f90f" providerId="ADAL" clId="{3248722B-AAC3-491A-8AAB-FFDF543F93FD}" dt="2024-05-21T13:15:04.139" v="755" actId="20577"/>
          <ac:spMkLst>
            <pc:docMk/>
            <pc:sldMk cId="0" sldId="264"/>
            <ac:spMk id="11" creationId="{CBD2FDAA-402C-682C-E81D-B210CCCFBC6E}"/>
          </ac:spMkLst>
        </pc:spChg>
        <pc:spChg chg="mod">
          <ac:chgData name="Rajoshree Das" userId="54c09b02-0be9-4235-bf52-57d41bc9f90f" providerId="ADAL" clId="{3248722B-AAC3-491A-8AAB-FFDF543F93FD}" dt="2024-05-21T12:29:40.110" v="652" actId="20577"/>
          <ac:spMkLst>
            <pc:docMk/>
            <pc:sldMk cId="0" sldId="264"/>
            <ac:spMk id="13" creationId="{48AEDEB9-F01C-7D50-0012-1AEC13CF9BC1}"/>
          </ac:spMkLst>
        </pc:spChg>
        <pc:spChg chg="mod">
          <ac:chgData name="Rajoshree Das" userId="54c09b02-0be9-4235-bf52-57d41bc9f90f" providerId="ADAL" clId="{3248722B-AAC3-491A-8AAB-FFDF543F93FD}" dt="2024-05-21T13:13:23.897" v="751" actId="20577"/>
          <ac:spMkLst>
            <pc:docMk/>
            <pc:sldMk cId="0" sldId="264"/>
            <ac:spMk id="14" creationId="{D92D2CAD-7ED8-3F97-BA57-F033FBB683D2}"/>
          </ac:spMkLst>
        </pc:spChg>
        <pc:spChg chg="mod">
          <ac:chgData name="Rajoshree Das" userId="54c09b02-0be9-4235-bf52-57d41bc9f90f" providerId="ADAL" clId="{3248722B-AAC3-491A-8AAB-FFDF543F93FD}" dt="2024-05-21T12:29:41.447" v="653" actId="20577"/>
          <ac:spMkLst>
            <pc:docMk/>
            <pc:sldMk cId="0" sldId="264"/>
            <ac:spMk id="15" creationId="{7A5752E6-2364-532F-6DB3-00CD1EB48A62}"/>
          </ac:spMkLst>
        </pc:spChg>
        <pc:spChg chg="mod">
          <ac:chgData name="Rajoshree Das" userId="54c09b02-0be9-4235-bf52-57d41bc9f90f" providerId="ADAL" clId="{3248722B-AAC3-491A-8AAB-FFDF543F93FD}" dt="2024-05-21T13:13:39.862" v="753" actId="20577"/>
          <ac:spMkLst>
            <pc:docMk/>
            <pc:sldMk cId="0" sldId="264"/>
            <ac:spMk id="230" creationId="{4365D2D5-84FC-F8E5-376F-F8DCA75CCC1A}"/>
          </ac:spMkLst>
        </pc:spChg>
      </pc:sldChg>
      <pc:sldChg chg="modNotesTx">
        <pc:chgData name="Rajoshree Das" userId="54c09b02-0be9-4235-bf52-57d41bc9f90f" providerId="ADAL" clId="{3248722B-AAC3-491A-8AAB-FFDF543F93FD}" dt="2024-05-21T09:57:07.080" v="83" actId="20577"/>
        <pc:sldMkLst>
          <pc:docMk/>
          <pc:sldMk cId="0" sldId="297"/>
        </pc:sldMkLst>
      </pc:sldChg>
      <pc:sldChg chg="modSp mod">
        <pc:chgData name="Rajoshree Das" userId="54c09b02-0be9-4235-bf52-57d41bc9f90f" providerId="ADAL" clId="{3248722B-AAC3-491A-8AAB-FFDF543F93FD}" dt="2024-05-21T12:19:28.716" v="642" actId="20577"/>
        <pc:sldMkLst>
          <pc:docMk/>
          <pc:sldMk cId="0" sldId="301"/>
        </pc:sldMkLst>
        <pc:spChg chg="mod">
          <ac:chgData name="Rajoshree Das" userId="54c09b02-0be9-4235-bf52-57d41bc9f90f" providerId="ADAL" clId="{3248722B-AAC3-491A-8AAB-FFDF543F93FD}" dt="2024-05-21T12:17:02.942" v="635" actId="20577"/>
          <ac:spMkLst>
            <pc:docMk/>
            <pc:sldMk cId="0" sldId="301"/>
            <ac:spMk id="6" creationId="{60C2D6D4-B051-0940-FF6C-4948561739E1}"/>
          </ac:spMkLst>
        </pc:spChg>
        <pc:spChg chg="mod">
          <ac:chgData name="Rajoshree Das" userId="54c09b02-0be9-4235-bf52-57d41bc9f90f" providerId="ADAL" clId="{3248722B-AAC3-491A-8AAB-FFDF543F93FD}" dt="2024-05-21T12:17:17.106" v="636" actId="20577"/>
          <ac:spMkLst>
            <pc:docMk/>
            <pc:sldMk cId="0" sldId="301"/>
            <ac:spMk id="7" creationId="{E876C344-D455-683C-A8C0-C8CAC608D079}"/>
          </ac:spMkLst>
        </pc:spChg>
        <pc:spChg chg="mod">
          <ac:chgData name="Rajoshree Das" userId="54c09b02-0be9-4235-bf52-57d41bc9f90f" providerId="ADAL" clId="{3248722B-AAC3-491A-8AAB-FFDF543F93FD}" dt="2024-05-21T12:19:28.716" v="642" actId="20577"/>
          <ac:spMkLst>
            <pc:docMk/>
            <pc:sldMk cId="0" sldId="301"/>
            <ac:spMk id="10" creationId="{84AF59AD-8E52-7BBA-70BF-0C22504FAEE2}"/>
          </ac:spMkLst>
        </pc:spChg>
      </pc:sldChg>
      <pc:sldChg chg="modSp mod addCm delCm">
        <pc:chgData name="Rajoshree Das" userId="54c09b02-0be9-4235-bf52-57d41bc9f90f" providerId="ADAL" clId="{3248722B-AAC3-491A-8AAB-FFDF543F93FD}" dt="2024-05-21T11:41:54.497" v="521" actId="20577"/>
        <pc:sldMkLst>
          <pc:docMk/>
          <pc:sldMk cId="1716098577" sldId="315"/>
        </pc:sldMkLst>
        <pc:spChg chg="mod">
          <ac:chgData name="Rajoshree Das" userId="54c09b02-0be9-4235-bf52-57d41bc9f90f" providerId="ADAL" clId="{3248722B-AAC3-491A-8AAB-FFDF543F93FD}" dt="2024-05-21T11:41:54.497" v="521" actId="20577"/>
          <ac:spMkLst>
            <pc:docMk/>
            <pc:sldMk cId="1716098577" sldId="315"/>
            <ac:spMk id="440" creationId="{00000000-0000-0000-0000-000000000000}"/>
          </ac:spMkLst>
        </pc:spChg>
        <pc:extLst>
          <p:ext xmlns:p="http://schemas.openxmlformats.org/presentationml/2006/main" uri="{D6D511B9-2390-475A-947B-AFAB55BFBCF1}">
            <pc226:cmChg xmlns:pc226="http://schemas.microsoft.com/office/powerpoint/2022/06/main/command" chg="add del">
              <pc226:chgData name="Rajoshree Das" userId="54c09b02-0be9-4235-bf52-57d41bc9f90f" providerId="ADAL" clId="{3248722B-AAC3-491A-8AAB-FFDF543F93FD}" dt="2024-05-21T11:07:06.450" v="490"/>
              <pc2:cmMkLst xmlns:pc2="http://schemas.microsoft.com/office/powerpoint/2019/9/main/command">
                <pc:docMk/>
                <pc:sldMk cId="1716098577" sldId="315"/>
                <pc2:cmMk id="{650657CB-EE1E-4855-B26F-DB0B75276AC3}"/>
              </pc2:cmMkLst>
            </pc226:cmChg>
          </p:ext>
        </pc:extLst>
      </pc:sldChg>
      <pc:sldChg chg="modSp mod modNotesTx">
        <pc:chgData name="Rajoshree Das" userId="54c09b02-0be9-4235-bf52-57d41bc9f90f" providerId="ADAL" clId="{3248722B-AAC3-491A-8AAB-FFDF543F93FD}" dt="2024-05-21T13:21:31.058" v="760" actId="113"/>
        <pc:sldMkLst>
          <pc:docMk/>
          <pc:sldMk cId="512189096" sldId="400"/>
        </pc:sldMkLst>
        <pc:spChg chg="mod">
          <ac:chgData name="Rajoshree Das" userId="54c09b02-0be9-4235-bf52-57d41bc9f90f" providerId="ADAL" clId="{3248722B-AAC3-491A-8AAB-FFDF543F93FD}" dt="2024-05-21T10:23:16.563" v="255" actId="20577"/>
          <ac:spMkLst>
            <pc:docMk/>
            <pc:sldMk cId="512189096" sldId="400"/>
            <ac:spMk id="5" creationId="{00000000-0000-0000-0000-000000000000}"/>
          </ac:spMkLst>
        </pc:spChg>
        <pc:spChg chg="mod">
          <ac:chgData name="Rajoshree Das" userId="54c09b02-0be9-4235-bf52-57d41bc9f90f" providerId="ADAL" clId="{3248722B-AAC3-491A-8AAB-FFDF543F93FD}" dt="2024-05-21T10:30:36.809" v="272" actId="20577"/>
          <ac:spMkLst>
            <pc:docMk/>
            <pc:sldMk cId="512189096" sldId="400"/>
            <ac:spMk id="10" creationId="{5F558D59-4A80-1B72-49F4-EBD39055C43A}"/>
          </ac:spMkLst>
        </pc:spChg>
      </pc:sldChg>
      <pc:sldChg chg="modSp mod">
        <pc:chgData name="Rajoshree Das" userId="54c09b02-0be9-4235-bf52-57d41bc9f90f" providerId="ADAL" clId="{3248722B-AAC3-491A-8AAB-FFDF543F93FD}" dt="2024-05-21T13:15:07.190" v="757" actId="20577"/>
        <pc:sldMkLst>
          <pc:docMk/>
          <pc:sldMk cId="0" sldId="436"/>
        </pc:sldMkLst>
        <pc:spChg chg="mod">
          <ac:chgData name="Rajoshree Das" userId="54c09b02-0be9-4235-bf52-57d41bc9f90f" providerId="ADAL" clId="{3248722B-AAC3-491A-8AAB-FFDF543F93FD}" dt="2024-05-21T13:15:07.190" v="757" actId="20577"/>
          <ac:spMkLst>
            <pc:docMk/>
            <pc:sldMk cId="0" sldId="436"/>
            <ac:spMk id="11" creationId="{128F1291-1770-9E10-3D43-4E14B14BCD30}"/>
          </ac:spMkLst>
        </pc:spChg>
        <pc:spChg chg="mod">
          <ac:chgData name="Rajoshree Das" userId="54c09b02-0be9-4235-bf52-57d41bc9f90f" providerId="ADAL" clId="{3248722B-AAC3-491A-8AAB-FFDF543F93FD}" dt="2024-05-21T12:29:13.551" v="647" actId="20577"/>
          <ac:spMkLst>
            <pc:docMk/>
            <pc:sldMk cId="0" sldId="436"/>
            <ac:spMk id="22" creationId="{CD4120E9-DC2C-C799-A961-7EBEA62DE1F1}"/>
          </ac:spMkLst>
        </pc:spChg>
      </pc:sldChg>
      <pc:sldChg chg="modSp mod">
        <pc:chgData name="Rajoshree Das" userId="54c09b02-0be9-4235-bf52-57d41bc9f90f" providerId="ADAL" clId="{3248722B-AAC3-491A-8AAB-FFDF543F93FD}" dt="2024-05-21T12:35:25.037" v="663" actId="20577"/>
        <pc:sldMkLst>
          <pc:docMk/>
          <pc:sldMk cId="1984085454" sldId="437"/>
        </pc:sldMkLst>
        <pc:spChg chg="mod">
          <ac:chgData name="Rajoshree Das" userId="54c09b02-0be9-4235-bf52-57d41bc9f90f" providerId="ADAL" clId="{3248722B-AAC3-491A-8AAB-FFDF543F93FD}" dt="2024-05-21T12:35:25.037" v="663" actId="20577"/>
          <ac:spMkLst>
            <pc:docMk/>
            <pc:sldMk cId="1984085454" sldId="437"/>
            <ac:spMk id="17" creationId="{F8984D24-6EA8-4374-2252-CC4257056B72}"/>
          </ac:spMkLst>
        </pc:spChg>
      </pc:sldChg>
      <pc:sldChg chg="modSp mod">
        <pc:chgData name="Rajoshree Das" userId="54c09b02-0be9-4235-bf52-57d41bc9f90f" providerId="ADAL" clId="{3248722B-AAC3-491A-8AAB-FFDF543F93FD}" dt="2024-05-21T12:36:06.125" v="664"/>
        <pc:sldMkLst>
          <pc:docMk/>
          <pc:sldMk cId="3284468294" sldId="438"/>
        </pc:sldMkLst>
        <pc:spChg chg="mod">
          <ac:chgData name="Rajoshree Das" userId="54c09b02-0be9-4235-bf52-57d41bc9f90f" providerId="ADAL" clId="{3248722B-AAC3-491A-8AAB-FFDF543F93FD}" dt="2024-05-21T12:36:06.125" v="664"/>
          <ac:spMkLst>
            <pc:docMk/>
            <pc:sldMk cId="3284468294" sldId="438"/>
            <ac:spMk id="11" creationId="{476AFF17-A904-9B32-F8C9-BF34C3F54FA0}"/>
          </ac:spMkLst>
        </pc:spChg>
      </pc:sldChg>
      <pc:sldChg chg="modSp mod">
        <pc:chgData name="Rajoshree Das" userId="54c09b02-0be9-4235-bf52-57d41bc9f90f" providerId="ADAL" clId="{3248722B-AAC3-491A-8AAB-FFDF543F93FD}" dt="2024-05-21T12:53:22.643" v="677" actId="20577"/>
        <pc:sldMkLst>
          <pc:docMk/>
          <pc:sldMk cId="845788671" sldId="585"/>
        </pc:sldMkLst>
        <pc:spChg chg="mod">
          <ac:chgData name="Rajoshree Das" userId="54c09b02-0be9-4235-bf52-57d41bc9f90f" providerId="ADAL" clId="{3248722B-AAC3-491A-8AAB-FFDF543F93FD}" dt="2024-05-21T12:53:22.643" v="677" actId="20577"/>
          <ac:spMkLst>
            <pc:docMk/>
            <pc:sldMk cId="845788671" sldId="585"/>
            <ac:spMk id="7" creationId="{8AB40766-B2F4-4DBC-A983-573BFCDE4FA8}"/>
          </ac:spMkLst>
        </pc:spChg>
        <pc:spChg chg="mod">
          <ac:chgData name="Rajoshree Das" userId="54c09b02-0be9-4235-bf52-57d41bc9f90f" providerId="ADAL" clId="{3248722B-AAC3-491A-8AAB-FFDF543F93FD}" dt="2024-05-21T10:44:53.859" v="478" actId="20577"/>
          <ac:spMkLst>
            <pc:docMk/>
            <pc:sldMk cId="845788671" sldId="585"/>
            <ac:spMk id="9" creationId="{F4F3695D-1249-4024-ABC4-2228B4CEA0E3}"/>
          </ac:spMkLst>
        </pc:spChg>
        <pc:spChg chg="mod">
          <ac:chgData name="Rajoshree Das" userId="54c09b02-0be9-4235-bf52-57d41bc9f90f" providerId="ADAL" clId="{3248722B-AAC3-491A-8AAB-FFDF543F93FD}" dt="2024-05-21T10:45:05.562" v="480" actId="20577"/>
          <ac:spMkLst>
            <pc:docMk/>
            <pc:sldMk cId="845788671" sldId="585"/>
            <ac:spMk id="10" creationId="{9304823B-30F7-4B0F-80A5-292A94CB9C40}"/>
          </ac:spMkLst>
        </pc:spChg>
      </pc:sldChg>
      <pc:sldChg chg="modSp mod modNotesTx">
        <pc:chgData name="Rajoshree Das" userId="54c09b02-0be9-4235-bf52-57d41bc9f90f" providerId="ADAL" clId="{3248722B-AAC3-491A-8AAB-FFDF543F93FD}" dt="2024-05-21T13:22:07.471" v="768"/>
        <pc:sldMkLst>
          <pc:docMk/>
          <pc:sldMk cId="1061137604" sldId="593"/>
        </pc:sldMkLst>
        <pc:spChg chg="mod">
          <ac:chgData name="Rajoshree Das" userId="54c09b02-0be9-4235-bf52-57d41bc9f90f" providerId="ADAL" clId="{3248722B-AAC3-491A-8AAB-FFDF543F93FD}" dt="2024-05-21T11:42:58.791" v="522" actId="20577"/>
          <ac:spMkLst>
            <pc:docMk/>
            <pc:sldMk cId="1061137604" sldId="593"/>
            <ac:spMk id="5" creationId="{00000000-0000-0000-0000-000000000000}"/>
          </ac:spMkLst>
        </pc:spChg>
      </pc:sldChg>
      <pc:sldChg chg="modNotesTx">
        <pc:chgData name="Rajoshree Das" userId="54c09b02-0be9-4235-bf52-57d41bc9f90f" providerId="ADAL" clId="{3248722B-AAC3-491A-8AAB-FFDF543F93FD}" dt="2024-05-21T09:58:00.815" v="156" actId="20577"/>
        <pc:sldMkLst>
          <pc:docMk/>
          <pc:sldMk cId="4142683351" sldId="594"/>
        </pc:sldMkLst>
      </pc:sldChg>
      <pc:sldChg chg="modNotesTx">
        <pc:chgData name="Rajoshree Das" userId="54c09b02-0be9-4235-bf52-57d41bc9f90f" providerId="ADAL" clId="{3248722B-AAC3-491A-8AAB-FFDF543F93FD}" dt="2024-05-21T10:04:41.550" v="193" actId="20577"/>
        <pc:sldMkLst>
          <pc:docMk/>
          <pc:sldMk cId="796455883" sldId="602"/>
        </pc:sldMkLst>
      </pc:sldChg>
      <pc:sldChg chg="modSp mod modNotesTx">
        <pc:chgData name="Rajoshree Das" userId="54c09b02-0be9-4235-bf52-57d41bc9f90f" providerId="ADAL" clId="{3248722B-AAC3-491A-8AAB-FFDF543F93FD}" dt="2024-05-21T13:22:22.787" v="770"/>
        <pc:sldMkLst>
          <pc:docMk/>
          <pc:sldMk cId="101127793" sldId="603"/>
        </pc:sldMkLst>
        <pc:spChg chg="mod">
          <ac:chgData name="Rajoshree Das" userId="54c09b02-0be9-4235-bf52-57d41bc9f90f" providerId="ADAL" clId="{3248722B-AAC3-491A-8AAB-FFDF543F93FD}" dt="2024-05-21T12:12:35.052" v="609" actId="20577"/>
          <ac:spMkLst>
            <pc:docMk/>
            <pc:sldMk cId="101127793" sldId="603"/>
            <ac:spMk id="15" creationId="{E47F63C7-18DF-46A6-1633-5C6B90CA6D4E}"/>
          </ac:spMkLst>
        </pc:spChg>
      </pc:sldChg>
      <pc:sldChg chg="modSp mod modNotesTx">
        <pc:chgData name="Rajoshree Das" userId="54c09b02-0be9-4235-bf52-57d41bc9f90f" providerId="ADAL" clId="{3248722B-AAC3-491A-8AAB-FFDF543F93FD}" dt="2024-05-21T13:21:53.333" v="765"/>
        <pc:sldMkLst>
          <pc:docMk/>
          <pc:sldMk cId="2021307297" sldId="630"/>
        </pc:sldMkLst>
        <pc:spChg chg="mod">
          <ac:chgData name="Rajoshree Das" userId="54c09b02-0be9-4235-bf52-57d41bc9f90f" providerId="ADAL" clId="{3248722B-AAC3-491A-8AAB-FFDF543F93FD}" dt="2024-05-21T12:53:47.083" v="679" actId="20577"/>
          <ac:spMkLst>
            <pc:docMk/>
            <pc:sldMk cId="2021307297" sldId="630"/>
            <ac:spMk id="12" creationId="{7C98FC63-BF86-4D2E-AED2-703BE1694311}"/>
          </ac:spMkLst>
        </pc:spChg>
      </pc:sldChg>
      <pc:sldChg chg="modNotesTx">
        <pc:chgData name="Rajoshree Das" userId="54c09b02-0be9-4235-bf52-57d41bc9f90f" providerId="ADAL" clId="{3248722B-AAC3-491A-8AAB-FFDF543F93FD}" dt="2024-05-21T13:21:55.659" v="766"/>
        <pc:sldMkLst>
          <pc:docMk/>
          <pc:sldMk cId="2731835310" sldId="631"/>
        </pc:sldMkLst>
      </pc:sldChg>
      <pc:sldChg chg="modSp mod modNotesTx">
        <pc:chgData name="Rajoshree Das" userId="54c09b02-0be9-4235-bf52-57d41bc9f90f" providerId="ADAL" clId="{3248722B-AAC3-491A-8AAB-FFDF543F93FD}" dt="2024-05-21T13:22:11.736" v="769"/>
        <pc:sldMkLst>
          <pc:docMk/>
          <pc:sldMk cId="3779446636" sldId="632"/>
        </pc:sldMkLst>
        <pc:spChg chg="mod">
          <ac:chgData name="Rajoshree Das" userId="54c09b02-0be9-4235-bf52-57d41bc9f90f" providerId="ADAL" clId="{3248722B-AAC3-491A-8AAB-FFDF543F93FD}" dt="2024-05-21T12:55:26.350" v="681" actId="20577"/>
          <ac:spMkLst>
            <pc:docMk/>
            <pc:sldMk cId="3779446636" sldId="632"/>
            <ac:spMk id="5" creationId="{00000000-0000-0000-0000-000000000000}"/>
          </ac:spMkLst>
        </pc:spChg>
      </pc:sldChg>
      <pc:sldChg chg="modSp mod">
        <pc:chgData name="Rajoshree Das" userId="54c09b02-0be9-4235-bf52-57d41bc9f90f" providerId="ADAL" clId="{3248722B-AAC3-491A-8AAB-FFDF543F93FD}" dt="2024-05-21T12:56:34.666" v="703" actId="20577"/>
        <pc:sldMkLst>
          <pc:docMk/>
          <pc:sldMk cId="2200639292" sldId="633"/>
        </pc:sldMkLst>
        <pc:spChg chg="mod">
          <ac:chgData name="Rajoshree Das" userId="54c09b02-0be9-4235-bf52-57d41bc9f90f" providerId="ADAL" clId="{3248722B-AAC3-491A-8AAB-FFDF543F93FD}" dt="2024-05-21T12:56:05.196" v="702" actId="20577"/>
          <ac:spMkLst>
            <pc:docMk/>
            <pc:sldMk cId="2200639292" sldId="633"/>
            <ac:spMk id="3" creationId="{89CBFCF3-1D62-3FE2-3388-0375BC771EB8}"/>
          </ac:spMkLst>
        </pc:spChg>
        <pc:spChg chg="mod">
          <ac:chgData name="Rajoshree Das" userId="54c09b02-0be9-4235-bf52-57d41bc9f90f" providerId="ADAL" clId="{3248722B-AAC3-491A-8AAB-FFDF543F93FD}" dt="2024-05-21T12:56:34.666" v="703" actId="20577"/>
          <ac:spMkLst>
            <pc:docMk/>
            <pc:sldMk cId="2200639292" sldId="633"/>
            <ac:spMk id="16" creationId="{17BD46E0-E292-D30F-7C12-4EE8A50CE1D1}"/>
          </ac:spMkLst>
        </pc:spChg>
      </pc:sldChg>
      <pc:sldChg chg="modSp mod">
        <pc:chgData name="Rajoshree Das" userId="54c09b02-0be9-4235-bf52-57d41bc9f90f" providerId="ADAL" clId="{3248722B-AAC3-491A-8AAB-FFDF543F93FD}" dt="2024-05-21T11:55:16.098" v="576" actId="20577"/>
        <pc:sldMkLst>
          <pc:docMk/>
          <pc:sldMk cId="4276106956" sldId="636"/>
        </pc:sldMkLst>
        <pc:spChg chg="mod">
          <ac:chgData name="Rajoshree Das" userId="54c09b02-0be9-4235-bf52-57d41bc9f90f" providerId="ADAL" clId="{3248722B-AAC3-491A-8AAB-FFDF543F93FD}" dt="2024-05-21T11:55:16.098" v="576" actId="20577"/>
          <ac:spMkLst>
            <pc:docMk/>
            <pc:sldMk cId="4276106956" sldId="636"/>
            <ac:spMk id="2" creationId="{5A2246DD-AB8A-1F0D-BDFD-83E05DF58824}"/>
          </ac:spMkLst>
        </pc:spChg>
      </pc:sldChg>
      <pc:sldChg chg="modSp mod">
        <pc:chgData name="Rajoshree Das" userId="54c09b02-0be9-4235-bf52-57d41bc9f90f" providerId="ADAL" clId="{3248722B-AAC3-491A-8AAB-FFDF543F93FD}" dt="2024-05-21T13:07:32.859" v="739" actId="20577"/>
        <pc:sldMkLst>
          <pc:docMk/>
          <pc:sldMk cId="468171632" sldId="638"/>
        </pc:sldMkLst>
        <pc:spChg chg="mod">
          <ac:chgData name="Rajoshree Das" userId="54c09b02-0be9-4235-bf52-57d41bc9f90f" providerId="ADAL" clId="{3248722B-AAC3-491A-8AAB-FFDF543F93FD}" dt="2024-05-21T13:06:23.907" v="716" actId="20577"/>
          <ac:spMkLst>
            <pc:docMk/>
            <pc:sldMk cId="468171632" sldId="638"/>
            <ac:spMk id="16" creationId="{A648FEB1-FB4E-4C27-9EF6-E95632DC82E9}"/>
          </ac:spMkLst>
        </pc:spChg>
        <pc:spChg chg="mod">
          <ac:chgData name="Rajoshree Das" userId="54c09b02-0be9-4235-bf52-57d41bc9f90f" providerId="ADAL" clId="{3248722B-AAC3-491A-8AAB-FFDF543F93FD}" dt="2024-05-21T13:06:13.754" v="709" actId="20577"/>
          <ac:spMkLst>
            <pc:docMk/>
            <pc:sldMk cId="468171632" sldId="638"/>
            <ac:spMk id="17" creationId="{6D7F720A-EC92-48F2-9CA0-4D303B23B4E8}"/>
          </ac:spMkLst>
        </pc:spChg>
        <pc:spChg chg="mod">
          <ac:chgData name="Rajoshree Das" userId="54c09b02-0be9-4235-bf52-57d41bc9f90f" providerId="ADAL" clId="{3248722B-AAC3-491A-8AAB-FFDF543F93FD}" dt="2024-05-21T13:07:32.859" v="739" actId="20577"/>
          <ac:spMkLst>
            <pc:docMk/>
            <pc:sldMk cId="468171632" sldId="638"/>
            <ac:spMk id="18" creationId="{BF585F2B-7F92-4745-8473-10E8DC84517F}"/>
          </ac:spMkLst>
        </pc:spChg>
        <pc:spChg chg="mod">
          <ac:chgData name="Rajoshree Das" userId="54c09b02-0be9-4235-bf52-57d41bc9f90f" providerId="ADAL" clId="{3248722B-AAC3-491A-8AAB-FFDF543F93FD}" dt="2024-05-21T10:19:14.739" v="246" actId="20577"/>
          <ac:spMkLst>
            <pc:docMk/>
            <pc:sldMk cId="468171632" sldId="638"/>
            <ac:spMk id="341" creationId="{00000000-0000-0000-0000-000000000000}"/>
          </ac:spMkLst>
        </pc:spChg>
      </pc:sldChg>
      <pc:sldChg chg="modSp mod modNotesTx">
        <pc:chgData name="Rajoshree Das" userId="54c09b02-0be9-4235-bf52-57d41bc9f90f" providerId="ADAL" clId="{3248722B-AAC3-491A-8AAB-FFDF543F93FD}" dt="2024-05-21T13:21:42.860" v="762"/>
        <pc:sldMkLst>
          <pc:docMk/>
          <pc:sldMk cId="3840601899" sldId="639"/>
        </pc:sldMkLst>
        <pc:spChg chg="mod">
          <ac:chgData name="Rajoshree Das" userId="54c09b02-0be9-4235-bf52-57d41bc9f90f" providerId="ADAL" clId="{3248722B-AAC3-491A-8AAB-FFDF543F93FD}" dt="2024-05-21T10:33:11.019" v="306"/>
          <ac:spMkLst>
            <pc:docMk/>
            <pc:sldMk cId="3840601899" sldId="639"/>
            <ac:spMk id="19" creationId="{6A42BF4F-66B6-4934-8FD4-716AF24F384E}"/>
          </ac:spMkLst>
        </pc:spChg>
        <pc:spChg chg="mod">
          <ac:chgData name="Rajoshree Das" userId="54c09b02-0be9-4235-bf52-57d41bc9f90f" providerId="ADAL" clId="{3248722B-AAC3-491A-8AAB-FFDF543F93FD}" dt="2024-05-21T10:33:43.283" v="340" actId="1037"/>
          <ac:spMkLst>
            <pc:docMk/>
            <pc:sldMk cId="3840601899" sldId="639"/>
            <ac:spMk id="20" creationId="{38520FAC-5F89-4899-81A9-1FA9422DAE03}"/>
          </ac:spMkLst>
        </pc:spChg>
        <pc:spChg chg="mod">
          <ac:chgData name="Rajoshree Das" userId="54c09b02-0be9-4235-bf52-57d41bc9f90f" providerId="ADAL" clId="{3248722B-AAC3-491A-8AAB-FFDF543F93FD}" dt="2024-05-21T10:34:52.889" v="343"/>
          <ac:spMkLst>
            <pc:docMk/>
            <pc:sldMk cId="3840601899" sldId="639"/>
            <ac:spMk id="21" creationId="{21CF1255-7FEB-4862-9F63-A79781F2237C}"/>
          </ac:spMkLst>
        </pc:spChg>
        <pc:spChg chg="mod">
          <ac:chgData name="Rajoshree Das" userId="54c09b02-0be9-4235-bf52-57d41bc9f90f" providerId="ADAL" clId="{3248722B-AAC3-491A-8AAB-FFDF543F93FD}" dt="2024-05-21T10:19:18.545" v="248" actId="20577"/>
          <ac:spMkLst>
            <pc:docMk/>
            <pc:sldMk cId="3840601899" sldId="639"/>
            <ac:spMk id="341" creationId="{00000000-0000-0000-0000-000000000000}"/>
          </ac:spMkLst>
        </pc:spChg>
      </pc:sldChg>
      <pc:sldChg chg="modNotesTx">
        <pc:chgData name="Rajoshree Das" userId="54c09b02-0be9-4235-bf52-57d41bc9f90f" providerId="ADAL" clId="{3248722B-AAC3-491A-8AAB-FFDF543F93FD}" dt="2024-05-21T13:22:29.055" v="772"/>
        <pc:sldMkLst>
          <pc:docMk/>
          <pc:sldMk cId="3485012443" sldId="645"/>
        </pc:sldMkLst>
      </pc:sldChg>
      <pc:sldChg chg="modSp mod modNotesTx">
        <pc:chgData name="Rajoshree Das" userId="54c09b02-0be9-4235-bf52-57d41bc9f90f" providerId="ADAL" clId="{3248722B-AAC3-491A-8AAB-FFDF543F93FD}" dt="2024-05-21T13:22:25.176" v="771"/>
        <pc:sldMkLst>
          <pc:docMk/>
          <pc:sldMk cId="3807930778" sldId="646"/>
        </pc:sldMkLst>
        <pc:spChg chg="mod">
          <ac:chgData name="Rajoshree Das" userId="54c09b02-0be9-4235-bf52-57d41bc9f90f" providerId="ADAL" clId="{3248722B-AAC3-491A-8AAB-FFDF543F93FD}" dt="2024-05-21T13:10:49.117" v="748" actId="20577"/>
          <ac:spMkLst>
            <pc:docMk/>
            <pc:sldMk cId="3807930778" sldId="646"/>
            <ac:spMk id="5" creationId="{00000000-0000-0000-0000-000000000000}"/>
          </ac:spMkLst>
        </pc:spChg>
      </pc:sldChg>
      <pc:sldChg chg="delSp modSp mod modNotesTx">
        <pc:chgData name="Rajoshree Das" userId="54c09b02-0be9-4235-bf52-57d41bc9f90f" providerId="ADAL" clId="{3248722B-AAC3-491A-8AAB-FFDF543F93FD}" dt="2024-05-21T13:22:34.930" v="773"/>
        <pc:sldMkLst>
          <pc:docMk/>
          <pc:sldMk cId="1414318179" sldId="649"/>
        </pc:sldMkLst>
        <pc:spChg chg="del">
          <ac:chgData name="Rajoshree Das" userId="54c09b02-0be9-4235-bf52-57d41bc9f90f" providerId="ADAL" clId="{3248722B-AAC3-491A-8AAB-FFDF543F93FD}" dt="2024-05-21T13:16:55.107" v="758" actId="478"/>
          <ac:spMkLst>
            <pc:docMk/>
            <pc:sldMk cId="1414318179" sldId="649"/>
            <ac:spMk id="5" creationId="{00000000-0000-0000-0000-000000000000}"/>
          </ac:spMkLst>
        </pc:spChg>
        <pc:spChg chg="mod">
          <ac:chgData name="Rajoshree Das" userId="54c09b02-0be9-4235-bf52-57d41bc9f90f" providerId="ADAL" clId="{3248722B-AAC3-491A-8AAB-FFDF543F93FD}" dt="2024-05-21T12:15:08.708" v="611" actId="20577"/>
          <ac:spMkLst>
            <pc:docMk/>
            <pc:sldMk cId="1414318179" sldId="649"/>
            <ac:spMk id="8" creationId="{A664098D-3F40-4495-B960-20CF0393327C}"/>
          </ac:spMkLst>
        </pc:spChg>
        <pc:spChg chg="mod">
          <ac:chgData name="Rajoshree Das" userId="54c09b02-0be9-4235-bf52-57d41bc9f90f" providerId="ADAL" clId="{3248722B-AAC3-491A-8AAB-FFDF543F93FD}" dt="2024-05-21T13:11:38.609" v="749" actId="20577"/>
          <ac:spMkLst>
            <pc:docMk/>
            <pc:sldMk cId="1414318179" sldId="649"/>
            <ac:spMk id="20" creationId="{AB94658C-904C-47A2-BB20-8AF80B1ABB4F}"/>
          </ac:spMkLst>
        </pc:spChg>
      </pc:sldChg>
      <pc:sldChg chg="modSp mod modNotesTx">
        <pc:chgData name="Rajoshree Das" userId="54c09b02-0be9-4235-bf52-57d41bc9f90f" providerId="ADAL" clId="{3248722B-AAC3-491A-8AAB-FFDF543F93FD}" dt="2024-05-21T13:21:50.036" v="764"/>
        <pc:sldMkLst>
          <pc:docMk/>
          <pc:sldMk cId="1916195076" sldId="652"/>
        </pc:sldMkLst>
        <pc:spChg chg="mod">
          <ac:chgData name="Rajoshree Das" userId="54c09b02-0be9-4235-bf52-57d41bc9f90f" providerId="ADAL" clId="{3248722B-AAC3-491A-8AAB-FFDF543F93FD}" dt="2024-05-21T12:50:17.160" v="675" actId="20577"/>
          <ac:spMkLst>
            <pc:docMk/>
            <pc:sldMk cId="1916195076" sldId="652"/>
            <ac:spMk id="3" creationId="{D7DFF944-E4C6-659B-BF00-F28671D70D23}"/>
          </ac:spMkLst>
        </pc:spChg>
        <pc:spChg chg="mod">
          <ac:chgData name="Rajoshree Das" userId="54c09b02-0be9-4235-bf52-57d41bc9f90f" providerId="ADAL" clId="{3248722B-AAC3-491A-8AAB-FFDF543F93FD}" dt="2024-05-21T10:42:05.119" v="444" actId="20577"/>
          <ac:spMkLst>
            <pc:docMk/>
            <pc:sldMk cId="1916195076" sldId="652"/>
            <ac:spMk id="5" creationId="{00000000-0000-0000-0000-000000000000}"/>
          </ac:spMkLst>
        </pc:spChg>
      </pc:sldChg>
      <pc:sldChg chg="modSp mod">
        <pc:chgData name="Rajoshree Das" userId="54c09b02-0be9-4235-bf52-57d41bc9f90f" providerId="ADAL" clId="{3248722B-AAC3-491A-8AAB-FFDF543F93FD}" dt="2024-05-21T12:16:44.801" v="620" actId="20577"/>
        <pc:sldMkLst>
          <pc:docMk/>
          <pc:sldMk cId="3899036484" sldId="2154"/>
        </pc:sldMkLst>
        <pc:spChg chg="mod">
          <ac:chgData name="Rajoshree Das" userId="54c09b02-0be9-4235-bf52-57d41bc9f90f" providerId="ADAL" clId="{3248722B-AAC3-491A-8AAB-FFDF543F93FD}" dt="2024-05-21T12:16:44.801" v="620" actId="20577"/>
          <ac:spMkLst>
            <pc:docMk/>
            <pc:sldMk cId="3899036484" sldId="2154"/>
            <ac:spMk id="4" creationId="{CE6EAE02-5D54-C389-5986-3E4936EF832F}"/>
          </ac:spMkLst>
        </pc:spChg>
      </pc:sldChg>
      <pc:sldChg chg="modNotesTx">
        <pc:chgData name="Rajoshree Das" userId="54c09b02-0be9-4235-bf52-57d41bc9f90f" providerId="ADAL" clId="{3248722B-AAC3-491A-8AAB-FFDF543F93FD}" dt="2024-05-21T13:21:58.781" v="767"/>
        <pc:sldMkLst>
          <pc:docMk/>
          <pc:sldMk cId="1860710325" sldId="2189"/>
        </pc:sldMkLst>
      </pc:sldChg>
      <pc:sldChg chg="modSp mod">
        <pc:chgData name="Rajoshree Das" userId="54c09b02-0be9-4235-bf52-57d41bc9f90f" providerId="ADAL" clId="{3248722B-AAC3-491A-8AAB-FFDF543F93FD}" dt="2024-05-21T10:57:54.176" v="484" actId="20577"/>
        <pc:sldMkLst>
          <pc:docMk/>
          <pc:sldMk cId="3629232942" sldId="2190"/>
        </pc:sldMkLst>
        <pc:spChg chg="mod">
          <ac:chgData name="Rajoshree Das" userId="54c09b02-0be9-4235-bf52-57d41bc9f90f" providerId="ADAL" clId="{3248722B-AAC3-491A-8AAB-FFDF543F93FD}" dt="2024-05-21T10:57:54.176" v="484" actId="20577"/>
          <ac:spMkLst>
            <pc:docMk/>
            <pc:sldMk cId="3629232942" sldId="2190"/>
            <ac:spMk id="34" creationId="{5D6CCF96-9C5D-BBF0-66BB-045CA090F81D}"/>
          </ac:spMkLst>
        </pc:spChg>
      </pc:sldChg>
      <pc:sldChg chg="modSp mod">
        <pc:chgData name="Rajoshree Das" userId="54c09b02-0be9-4235-bf52-57d41bc9f90f" providerId="ADAL" clId="{3248722B-AAC3-491A-8AAB-FFDF543F93FD}" dt="2024-05-21T12:54:40.531" v="680" actId="20577"/>
        <pc:sldMkLst>
          <pc:docMk/>
          <pc:sldMk cId="2722441612" sldId="2191"/>
        </pc:sldMkLst>
        <pc:spChg chg="mod">
          <ac:chgData name="Rajoshree Das" userId="54c09b02-0be9-4235-bf52-57d41bc9f90f" providerId="ADAL" clId="{3248722B-AAC3-491A-8AAB-FFDF543F93FD}" dt="2024-05-21T12:54:40.531" v="680" actId="20577"/>
          <ac:spMkLst>
            <pc:docMk/>
            <pc:sldMk cId="2722441612" sldId="2191"/>
            <ac:spMk id="34" creationId="{5D6CCF96-9C5D-BBF0-66BB-045CA090F81D}"/>
          </ac:spMkLst>
        </pc:spChg>
      </pc:sldChg>
      <pc:sldChg chg="modSp mod">
        <pc:chgData name="Rajoshree Das" userId="54c09b02-0be9-4235-bf52-57d41bc9f90f" providerId="ADAL" clId="{3248722B-AAC3-491A-8AAB-FFDF543F93FD}" dt="2024-05-21T10:58:15.766" v="489" actId="20577"/>
        <pc:sldMkLst>
          <pc:docMk/>
          <pc:sldMk cId="2566290613" sldId="2192"/>
        </pc:sldMkLst>
        <pc:spChg chg="mod">
          <ac:chgData name="Rajoshree Das" userId="54c09b02-0be9-4235-bf52-57d41bc9f90f" providerId="ADAL" clId="{3248722B-AAC3-491A-8AAB-FFDF543F93FD}" dt="2024-05-21T10:58:15.766" v="489" actId="20577"/>
          <ac:spMkLst>
            <pc:docMk/>
            <pc:sldMk cId="2566290613" sldId="2192"/>
            <ac:spMk id="34" creationId="{5D6CCF96-9C5D-BBF0-66BB-045CA090F81D}"/>
          </ac:spMkLst>
        </pc:spChg>
      </pc:sldChg>
      <pc:sldChg chg="modSp mod">
        <pc:chgData name="Rajoshree Das" userId="54c09b02-0be9-4235-bf52-57d41bc9f90f" providerId="ADAL" clId="{3248722B-AAC3-491A-8AAB-FFDF543F93FD}" dt="2024-05-21T12:55:45.230" v="699" actId="20577"/>
        <pc:sldMkLst>
          <pc:docMk/>
          <pc:sldMk cId="1819799509" sldId="2196"/>
        </pc:sldMkLst>
        <pc:spChg chg="mod">
          <ac:chgData name="Rajoshree Das" userId="54c09b02-0be9-4235-bf52-57d41bc9f90f" providerId="ADAL" clId="{3248722B-AAC3-491A-8AAB-FFDF543F93FD}" dt="2024-05-21T12:55:45.230" v="699" actId="20577"/>
          <ac:spMkLst>
            <pc:docMk/>
            <pc:sldMk cId="1819799509" sldId="2196"/>
            <ac:spMk id="21" creationId="{526C17FF-ED11-1990-1B8E-3B50996E2566}"/>
          </ac:spMkLst>
        </pc:spChg>
      </pc:sldChg>
      <pc:sldChg chg="modSp mod modNotesTx">
        <pc:chgData name="Rajoshree Das" userId="54c09b02-0be9-4235-bf52-57d41bc9f90f" providerId="ADAL" clId="{3248722B-AAC3-491A-8AAB-FFDF543F93FD}" dt="2024-05-21T13:22:37.739" v="774"/>
        <pc:sldMkLst>
          <pc:docMk/>
          <pc:sldMk cId="1513799491" sldId="2197"/>
        </pc:sldMkLst>
        <pc:spChg chg="mod">
          <ac:chgData name="Rajoshree Das" userId="54c09b02-0be9-4235-bf52-57d41bc9f90f" providerId="ADAL" clId="{3248722B-AAC3-491A-8AAB-FFDF543F93FD}" dt="2024-05-21T12:16:24.675" v="618" actId="20577"/>
          <ac:spMkLst>
            <pc:docMk/>
            <pc:sldMk cId="1513799491" sldId="2197"/>
            <ac:spMk id="13" creationId="{AE584F28-5EF7-4F58-A132-3CB82B08EC3E}"/>
          </ac:spMkLst>
        </pc:spChg>
        <pc:spChg chg="mod">
          <ac:chgData name="Rajoshree Das" userId="54c09b02-0be9-4235-bf52-57d41bc9f90f" providerId="ADAL" clId="{3248722B-AAC3-491A-8AAB-FFDF543F93FD}" dt="2024-05-21T13:11:46.592" v="750" actId="20577"/>
          <ac:spMkLst>
            <pc:docMk/>
            <pc:sldMk cId="1513799491" sldId="2197"/>
            <ac:spMk id="25" creationId="{E6BB92C9-8E21-4D06-96F3-65F23810934F}"/>
          </ac:spMkLst>
        </pc:spChg>
      </pc:sldChg>
      <pc:sldChg chg="modSp mod">
        <pc:chgData name="Rajoshree Das" userId="54c09b02-0be9-4235-bf52-57d41bc9f90f" providerId="ADAL" clId="{3248722B-AAC3-491A-8AAB-FFDF543F93FD}" dt="2024-05-21T12:44:38.146" v="670" actId="20577"/>
        <pc:sldMkLst>
          <pc:docMk/>
          <pc:sldMk cId="4234404309" sldId="2297"/>
        </pc:sldMkLst>
        <pc:spChg chg="mod">
          <ac:chgData name="Rajoshree Das" userId="54c09b02-0be9-4235-bf52-57d41bc9f90f" providerId="ADAL" clId="{3248722B-AAC3-491A-8AAB-FFDF543F93FD}" dt="2024-05-21T10:37:42.494" v="386" actId="20577"/>
          <ac:spMkLst>
            <pc:docMk/>
            <pc:sldMk cId="4234404309" sldId="2297"/>
            <ac:spMk id="2" creationId="{A14996E6-E432-6507-B0AA-7D0B13503AE1}"/>
          </ac:spMkLst>
        </pc:spChg>
        <pc:spChg chg="mod">
          <ac:chgData name="Rajoshree Das" userId="54c09b02-0be9-4235-bf52-57d41bc9f90f" providerId="ADAL" clId="{3248722B-AAC3-491A-8AAB-FFDF543F93FD}" dt="2024-05-21T12:44:38.146" v="670" actId="20577"/>
          <ac:spMkLst>
            <pc:docMk/>
            <pc:sldMk cId="4234404309" sldId="2297"/>
            <ac:spMk id="5" creationId="{17C4B829-9ACA-664A-9AC1-90E19CBAD207}"/>
          </ac:spMkLst>
        </pc:spChg>
      </pc:sldChg>
      <pc:sldChg chg="modNotesTx">
        <pc:chgData name="Rajoshree Das" userId="54c09b02-0be9-4235-bf52-57d41bc9f90f" providerId="ADAL" clId="{3248722B-AAC3-491A-8AAB-FFDF543F93FD}" dt="2024-05-21T10:05:40.668" v="241" actId="20577"/>
        <pc:sldMkLst>
          <pc:docMk/>
          <pc:sldMk cId="1839792550" sldId="2367"/>
        </pc:sldMkLst>
      </pc:sldChg>
      <pc:sldChg chg="modSp mod modNotesTx">
        <pc:chgData name="Rajoshree Das" userId="54c09b02-0be9-4235-bf52-57d41bc9f90f" providerId="ADAL" clId="{3248722B-AAC3-491A-8AAB-FFDF543F93FD}" dt="2024-05-21T13:23:52.223" v="777"/>
        <pc:sldMkLst>
          <pc:docMk/>
          <pc:sldMk cId="3084824679" sldId="2384"/>
        </pc:sldMkLst>
        <pc:spChg chg="mod">
          <ac:chgData name="Rajoshree Das" userId="54c09b02-0be9-4235-bf52-57d41bc9f90f" providerId="ADAL" clId="{3248722B-AAC3-491A-8AAB-FFDF543F93FD}" dt="2024-05-21T10:30:57.837" v="282" actId="20577"/>
          <ac:spMkLst>
            <pc:docMk/>
            <pc:sldMk cId="3084824679" sldId="2384"/>
            <ac:spMk id="3" creationId="{CF26A81A-8CB1-2941-DA60-02488BEF0F0E}"/>
          </ac:spMkLst>
        </pc:spChg>
      </pc:sldChg>
      <pc:sldChg chg="modSp mod modNotesTx">
        <pc:chgData name="Rajoshree Das" userId="54c09b02-0be9-4235-bf52-57d41bc9f90f" providerId="ADAL" clId="{3248722B-AAC3-491A-8AAB-FFDF543F93FD}" dt="2024-05-21T13:21:47.815" v="763"/>
        <pc:sldMkLst>
          <pc:docMk/>
          <pc:sldMk cId="2534790940" sldId="2385"/>
        </pc:sldMkLst>
        <pc:spChg chg="mod">
          <ac:chgData name="Rajoshree Das" userId="54c09b02-0be9-4235-bf52-57d41bc9f90f" providerId="ADAL" clId="{3248722B-AAC3-491A-8AAB-FFDF543F93FD}" dt="2024-05-21T10:41:14.453" v="443" actId="113"/>
          <ac:spMkLst>
            <pc:docMk/>
            <pc:sldMk cId="2534790940" sldId="2385"/>
            <ac:spMk id="4" creationId="{9A035AD0-C07E-2212-2F5B-DBDF94FD5B84}"/>
          </ac:spMkLst>
        </pc:spChg>
      </pc:sldChg>
      <pc:sldChg chg="modSp mod">
        <pc:chgData name="Rajoshree Das" userId="54c09b02-0be9-4235-bf52-57d41bc9f90f" providerId="ADAL" clId="{3248722B-AAC3-491A-8AAB-FFDF543F93FD}" dt="2024-05-21T11:53:42.593" v="563" actId="20577"/>
        <pc:sldMkLst>
          <pc:docMk/>
          <pc:sldMk cId="1122997962" sldId="2386"/>
        </pc:sldMkLst>
        <pc:spChg chg="mod">
          <ac:chgData name="Rajoshree Das" userId="54c09b02-0be9-4235-bf52-57d41bc9f90f" providerId="ADAL" clId="{3248722B-AAC3-491A-8AAB-FFDF543F93FD}" dt="2024-05-21T11:53:42.593" v="563" actId="20577"/>
          <ac:spMkLst>
            <pc:docMk/>
            <pc:sldMk cId="1122997962" sldId="2386"/>
            <ac:spMk id="16" creationId="{17BD46E0-E292-D30F-7C12-4EE8A50CE1D1}"/>
          </ac:spMkLst>
        </pc:spChg>
      </pc:sldChg>
      <pc:sldChg chg="modSp mod">
        <pc:chgData name="Rajoshree Das" userId="54c09b02-0be9-4235-bf52-57d41bc9f90f" providerId="ADAL" clId="{3248722B-AAC3-491A-8AAB-FFDF543F93FD}" dt="2024-05-21T11:55:42.734" v="581" actId="20577"/>
        <pc:sldMkLst>
          <pc:docMk/>
          <pc:sldMk cId="1929263062" sldId="2387"/>
        </pc:sldMkLst>
        <pc:spChg chg="mod">
          <ac:chgData name="Rajoshree Das" userId="54c09b02-0be9-4235-bf52-57d41bc9f90f" providerId="ADAL" clId="{3248722B-AAC3-491A-8AAB-FFDF543F93FD}" dt="2024-05-21T11:55:42.734" v="581" actId="20577"/>
          <ac:spMkLst>
            <pc:docMk/>
            <pc:sldMk cId="1929263062" sldId="2387"/>
            <ac:spMk id="2" creationId="{5A2246DD-AB8A-1F0D-BDFD-83E05DF58824}"/>
          </ac:spMkLst>
        </pc:spChg>
      </pc:sldChg>
      <pc:sldChg chg="modSp mod">
        <pc:chgData name="Rajoshree Das" userId="54c09b02-0be9-4235-bf52-57d41bc9f90f" providerId="ADAL" clId="{3248722B-AAC3-491A-8AAB-FFDF543F93FD}" dt="2024-05-21T11:57:27.914" v="598" actId="20577"/>
        <pc:sldMkLst>
          <pc:docMk/>
          <pc:sldMk cId="3966805433" sldId="2388"/>
        </pc:sldMkLst>
        <pc:spChg chg="mod">
          <ac:chgData name="Rajoshree Das" userId="54c09b02-0be9-4235-bf52-57d41bc9f90f" providerId="ADAL" clId="{3248722B-AAC3-491A-8AAB-FFDF543F93FD}" dt="2024-05-21T11:57:27.914" v="598" actId="20577"/>
          <ac:spMkLst>
            <pc:docMk/>
            <pc:sldMk cId="3966805433" sldId="2388"/>
            <ac:spMk id="2" creationId="{5A2246DD-AB8A-1F0D-BDFD-83E05DF58824}"/>
          </ac:spMkLst>
        </pc:spChg>
      </pc:sldChg>
      <pc:sldChg chg="modSp mod">
        <pc:chgData name="Rajoshree Das" userId="54c09b02-0be9-4235-bf52-57d41bc9f90f" providerId="ADAL" clId="{3248722B-AAC3-491A-8AAB-FFDF543F93FD}" dt="2024-05-21T11:58:05.781" v="608" actId="20577"/>
        <pc:sldMkLst>
          <pc:docMk/>
          <pc:sldMk cId="3570900485" sldId="2389"/>
        </pc:sldMkLst>
        <pc:spChg chg="mod">
          <ac:chgData name="Rajoshree Das" userId="54c09b02-0be9-4235-bf52-57d41bc9f90f" providerId="ADAL" clId="{3248722B-AAC3-491A-8AAB-FFDF543F93FD}" dt="2024-05-21T11:58:05.781" v="608" actId="20577"/>
          <ac:spMkLst>
            <pc:docMk/>
            <pc:sldMk cId="3570900485" sldId="2389"/>
            <ac:spMk id="2" creationId="{5A2246DD-AB8A-1F0D-BDFD-83E05DF5882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81794-B535-4C48-BBE8-526578888544}" type="datetimeFigureOut">
              <a:rPr lang="en-US" smtClean="0"/>
              <a:t>7/22/2024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C900C1-7326-4B4D-9C4E-22E7230B62CC}" type="slidenum">
              <a:rPr lang="en-US" smtClean="0"/>
              <a:t>‹#›</a:t>
            </a:fld>
            <a:endParaRPr lang="en-US"/>
          </a:p>
        </p:txBody>
      </p:sp>
    </p:spTree>
    <p:extLst>
      <p:ext uri="{BB962C8B-B14F-4D97-AF65-F5344CB8AC3E}">
        <p14:creationId xmlns:p14="http://schemas.microsoft.com/office/powerpoint/2010/main" val="3738147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notes"/>
          <p:cNvSpPr txBox="1">
            <a:spLocks noGrp="1"/>
          </p:cNvSpPr>
          <p:nvPr>
            <p:ph type="body" idx="1"/>
          </p:nvPr>
        </p:nvSpPr>
        <p:spPr>
          <a:xfrm>
            <a:off x="670560" y="4327208"/>
            <a:ext cx="5364480" cy="3540590"/>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00000"/>
              </a:lnSpc>
              <a:spcBef>
                <a:spcPts val="0"/>
              </a:spcBef>
              <a:spcAft>
                <a:spcPts val="0"/>
              </a:spcAft>
              <a:buClrTx/>
              <a:buSzPts val="1400"/>
              <a:buFontTx/>
              <a:buNone/>
              <a:tabLst/>
              <a:defRPr/>
            </a:pPr>
            <a:r>
              <a:rPr lang="en-US" dirty="0"/>
              <a:t>Let's dive into the world of deep learning</a:t>
            </a:r>
          </a:p>
        </p:txBody>
      </p:sp>
      <p:sp>
        <p:nvSpPr>
          <p:cNvPr id="169" name="Google Shape;169;p1: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2: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2:notes"/>
          <p:cNvSpPr txBox="1">
            <a:spLocks noGrp="1"/>
          </p:cNvSpPr>
          <p:nvPr>
            <p:ph type="body" idx="1"/>
          </p:nvPr>
        </p:nvSpPr>
        <p:spPr>
          <a:xfrm>
            <a:off x="670560" y="4327208"/>
            <a:ext cx="5364480" cy="3540590"/>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9600" dirty="0"/>
              <a:t>This lesson is about transformer models for NLP</a:t>
            </a:r>
          </a:p>
          <a:p>
            <a:endParaRPr lang="en-US" sz="9600" dirty="0"/>
          </a:p>
        </p:txBody>
      </p:sp>
      <p:sp>
        <p:nvSpPr>
          <p:cNvPr id="175" name="Google Shape;175;p2:notes"/>
          <p:cNvSpPr txBox="1">
            <a:spLocks noGrp="1"/>
          </p:cNvSpPr>
          <p:nvPr>
            <p:ph type="sldNum" idx="12"/>
          </p:nvPr>
        </p:nvSpPr>
        <p:spPr>
          <a:xfrm>
            <a:off x="3798288" y="8540459"/>
            <a:ext cx="2905760" cy="451055"/>
          </a:xfrm>
          <a:prstGeom prst="rect">
            <a:avLst/>
          </a:prstGeom>
          <a:noFill/>
          <a:ln>
            <a:noFill/>
          </a:ln>
        </p:spPr>
        <p:txBody>
          <a:bodyPr spcFirstLastPara="1" wrap="square" lIns="89679" tIns="44827" rIns="89679" bIns="44827" anchor="b" anchorCtr="0">
            <a:noAutofit/>
          </a:bodyPr>
          <a:lstStyle/>
          <a:p>
            <a:pPr>
              <a:buSzPts val="1200"/>
            </a:pPr>
            <a:fld id="{00000000-1234-1234-1234-123412341234}" type="slidenum">
              <a:rPr lang="en-US"/>
              <a:pPr>
                <a:buSzPts val="1200"/>
              </a:p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a:buSzPts val="1400"/>
            </a:pPr>
            <a:r>
              <a:rPr lang="en-US" dirty="0"/>
              <a:t>Read the learning objectives</a:t>
            </a:r>
            <a:endParaRPr dirty="0"/>
          </a:p>
        </p:txBody>
      </p:sp>
      <p:sp>
        <p:nvSpPr>
          <p:cNvPr id="180" name="Google Shape;180;p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5: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a:buSzPts val="1400"/>
            </a:pPr>
            <a:r>
              <a:rPr lang="en-US" b="0" i="0" dirty="0">
                <a:solidFill>
                  <a:srgbClr val="0D0D0D"/>
                </a:solidFill>
                <a:effectLst/>
                <a:highlight>
                  <a:srgbClr val="FFFFFF"/>
                </a:highlight>
                <a:latin typeface="Söhne"/>
              </a:rPr>
              <a:t>Read the business scenario, explain it to the learner, and discuss potential solutions that align with the lesson's content.</a:t>
            </a:r>
          </a:p>
          <a:p>
            <a:pPr>
              <a:buSzPts val="1400"/>
            </a:pPr>
            <a:endParaRPr lang="en-US" b="0" i="0" dirty="0">
              <a:solidFill>
                <a:srgbClr val="0D0D0D"/>
              </a:solidFill>
              <a:effectLst/>
              <a:highlight>
                <a:srgbClr val="FFFFFF"/>
              </a:highlight>
              <a:latin typeface="Söhne"/>
            </a:endParaRPr>
          </a:p>
          <a:p>
            <a:pPr>
              <a:buSzPts val="1400"/>
            </a:pPr>
            <a:r>
              <a:rPr lang="en-US" b="0" i="0" dirty="0">
                <a:solidFill>
                  <a:srgbClr val="0D0D0D"/>
                </a:solidFill>
                <a:effectLst/>
                <a:highlight>
                  <a:srgbClr val="FFFFFF"/>
                </a:highlight>
                <a:latin typeface="Söhne"/>
              </a:rPr>
              <a:t>Discuss solution to the scenario:</a:t>
            </a:r>
          </a:p>
          <a:p>
            <a:pPr>
              <a:buSzPts val="1400"/>
            </a:pP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Solution: Implementation of a Transformer-Based Model</a:t>
            </a:r>
          </a:p>
          <a:p>
            <a:pPr algn="l"/>
            <a:r>
              <a:rPr lang="en-US" b="0" i="0" dirty="0" err="1">
                <a:solidFill>
                  <a:srgbClr val="0D0D0D"/>
                </a:solidFill>
                <a:effectLst/>
                <a:highlight>
                  <a:srgbClr val="FFFFFF"/>
                </a:highlight>
                <a:latin typeface="Söhne"/>
              </a:rPr>
              <a:t>TelNet</a:t>
            </a:r>
            <a:r>
              <a:rPr lang="en-US" b="0" i="0" dirty="0">
                <a:solidFill>
                  <a:srgbClr val="0D0D0D"/>
                </a:solidFill>
                <a:effectLst/>
                <a:highlight>
                  <a:srgbClr val="FFFFFF"/>
                </a:highlight>
                <a:latin typeface="Söhne"/>
              </a:rPr>
              <a:t> Global decides to implement a transformer-based model to address these challenges, leveraging its ability to understand and generate human-like text from customer interactions.</a:t>
            </a:r>
          </a:p>
          <a:p>
            <a:pPr>
              <a:buSzPts val="1400"/>
            </a:pPr>
            <a:endParaRPr lang="en-US" dirty="0"/>
          </a:p>
          <a:p>
            <a:pPr>
              <a:buSzPts val="1400"/>
            </a:pPr>
            <a:endParaRPr dirty="0"/>
          </a:p>
        </p:txBody>
      </p:sp>
      <p:sp>
        <p:nvSpPr>
          <p:cNvPr id="438" name="Google Shape;438;p5: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25662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5:notes"/>
          <p:cNvSpPr txBox="1">
            <a:spLocks noGrp="1"/>
          </p:cNvSpPr>
          <p:nvPr>
            <p:ph type="body" idx="1"/>
          </p:nvPr>
        </p:nvSpPr>
        <p:spPr>
          <a:xfrm>
            <a:off x="670560" y="4327207"/>
            <a:ext cx="5364480" cy="3540443"/>
          </a:xfrm>
          <a:prstGeom prst="rect">
            <a:avLst/>
          </a:prstGeom>
        </p:spPr>
        <p:txBody>
          <a:bodyPr spcFirstLastPara="1" wrap="square" lIns="89679" tIns="44827" rIns="89679" bIns="44827" anchor="t" anchorCtr="0">
            <a:no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9600" dirty="0"/>
              <a:t>Let’s first understand </a:t>
            </a:r>
            <a:r>
              <a:rPr lang="en-IN" sz="9600" dirty="0"/>
              <a:t>transformer models.</a:t>
            </a:r>
          </a:p>
          <a:p>
            <a:pPr marR="0">
              <a:spcAft>
                <a:spcPts val="800"/>
              </a:spcAft>
            </a:pPr>
            <a:endParaRPr lang="en-IN" sz="9600" dirty="0"/>
          </a:p>
        </p:txBody>
      </p:sp>
      <p:sp>
        <p:nvSpPr>
          <p:cNvPr id="193" name="Google Shape;193;p5: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2400" b="1" dirty="0">
                <a:effectLst/>
                <a:latin typeface="Arial" panose="020B0604020202020204" pitchFamily="34" charset="0"/>
                <a:ea typeface="Arial" panose="020B0604020202020204" pitchFamily="34" charset="0"/>
              </a:rPr>
              <a:t>Instructor notes:</a:t>
            </a:r>
          </a:p>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endParaRPr lang="en-US" sz="2400" dirty="0">
              <a:effectLst/>
              <a:latin typeface="Arial" panose="020B0604020202020204" pitchFamily="34" charset="0"/>
              <a:ea typeface="Arial" panose="020B0604020202020204" pitchFamily="34" charset="0"/>
            </a:endParaRPr>
          </a:p>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4800" b="0" i="0" dirty="0">
                <a:solidFill>
                  <a:srgbClr val="0D0D0D"/>
                </a:solidFill>
                <a:effectLst/>
                <a:highlight>
                  <a:srgbClr val="FFFFFF"/>
                </a:highlight>
                <a:latin typeface="Söhne"/>
              </a:rPr>
              <a:t>Encourage the learner to remember the structure of RNNs and then clarify how the transformer-based architecture, which is developed from RNNs, has quickly become critical in natural language processing and other machine learning tasks, thanks to its advanced design</a:t>
            </a:r>
          </a:p>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endParaRPr lang="en-US" sz="2400" dirty="0">
              <a:effectLst/>
              <a:latin typeface="Arial" panose="020B0604020202020204" pitchFamily="34" charset="0"/>
              <a:ea typeface="Arial" panose="020B0604020202020204" pitchFamily="34" charset="0"/>
            </a:endParaRPr>
          </a:p>
          <a:p>
            <a:pPr algn="l">
              <a:buFont typeface="Arial" panose="020B0604020202020204" pitchFamily="34" charset="0"/>
              <a:buNone/>
            </a:pPr>
            <a:r>
              <a:rPr lang="en-US" sz="3600" b="1" i="0" dirty="0">
                <a:solidFill>
                  <a:srgbClr val="0D0D0D"/>
                </a:solidFill>
                <a:effectLst/>
                <a:highlight>
                  <a:srgbClr val="FFFFFF"/>
                </a:highlight>
                <a:latin typeface="Söhne"/>
              </a:rPr>
              <a:t>RNNs</a:t>
            </a:r>
            <a:r>
              <a:rPr lang="en-US" sz="3600" b="0" i="0" dirty="0">
                <a:solidFill>
                  <a:srgbClr val="0D0D0D"/>
                </a:solidFill>
                <a:effectLst/>
                <a:highlight>
                  <a:srgbClr val="FFFFFF"/>
                </a:highlight>
                <a:latin typeface="Söhne"/>
              </a:rPr>
              <a:t> process data sequentially, meaning each step in a sequence must be processed one after the other. This sequential processing inherently limits the speed of training and inference because each step depends on the output of the previous step, making it hard to fully utilize modern parallel computing architectures.</a:t>
            </a:r>
          </a:p>
          <a:p>
            <a:pPr algn="l">
              <a:buFont typeface="Arial" panose="020B0604020202020204" pitchFamily="34" charset="0"/>
              <a:buNone/>
            </a:pPr>
            <a:endParaRPr lang="en-US" sz="3600" b="0" i="0" dirty="0">
              <a:solidFill>
                <a:srgbClr val="0D0D0D"/>
              </a:solidFill>
              <a:effectLst/>
              <a:highlight>
                <a:srgbClr val="FFFFFF"/>
              </a:highlight>
              <a:latin typeface="Söhne"/>
            </a:endParaRPr>
          </a:p>
          <a:p>
            <a:pPr algn="l">
              <a:buFont typeface="Arial" panose="020B0604020202020204" pitchFamily="34" charset="0"/>
              <a:buNone/>
            </a:pPr>
            <a:r>
              <a:rPr lang="en-US" sz="3600" b="1" i="0" dirty="0">
                <a:solidFill>
                  <a:srgbClr val="0D0D0D"/>
                </a:solidFill>
                <a:effectLst/>
                <a:highlight>
                  <a:srgbClr val="FFFFFF"/>
                </a:highlight>
                <a:latin typeface="Söhne"/>
              </a:rPr>
              <a:t>Transformers</a:t>
            </a:r>
            <a:r>
              <a:rPr lang="en-US" sz="3600" b="0" i="0" dirty="0">
                <a:solidFill>
                  <a:srgbClr val="0D0D0D"/>
                </a:solidFill>
                <a:effectLst/>
                <a:highlight>
                  <a:srgbClr val="FFFFFF"/>
                </a:highlight>
                <a:latin typeface="Söhne"/>
              </a:rPr>
              <a:t>, on the other hand, use self-attention mechanisms that allow them to process all parts of the sequence simultaneously. This parallel processing capability significantly speeds up training and inference as it does not require sequential data processing, enabling the model to learn dependencies between elements in the sequence more directly and efficiently</a:t>
            </a:r>
          </a:p>
          <a:p>
            <a:pPr algn="l">
              <a:buFont typeface="Arial" panose="020B0604020202020204" pitchFamily="34" charset="0"/>
              <a:buNone/>
            </a:pPr>
            <a:endParaRPr lang="en-US" sz="3600" b="0" i="0" dirty="0">
              <a:solidFill>
                <a:srgbClr val="0D0D0D"/>
              </a:solidFill>
              <a:effectLst/>
              <a:highlight>
                <a:srgbClr val="FFFFFF"/>
              </a:highlight>
              <a:latin typeface="Söhne"/>
            </a:endParaRPr>
          </a:p>
          <a:p>
            <a:pPr algn="l">
              <a:buFont typeface="Arial" panose="020B0604020202020204" pitchFamily="34" charset="0"/>
              <a:buNone/>
            </a:pPr>
            <a:r>
              <a:rPr lang="en-US" sz="4800" b="1" i="0" dirty="0">
                <a:solidFill>
                  <a:srgbClr val="0D0D0D"/>
                </a:solidFill>
                <a:effectLst/>
                <a:highlight>
                  <a:srgbClr val="FFFFFF"/>
                </a:highlight>
                <a:latin typeface="Söhne"/>
              </a:rPr>
              <a:t>Let's move on to the next slide to explore the self-attention mechanism in more detail:</a:t>
            </a:r>
            <a:endParaRPr lang="en-IN" sz="2400" b="1" dirty="0">
              <a:effectLst/>
              <a:latin typeface="Arial" panose="020B0604020202020204" pitchFamily="34" charset="0"/>
              <a:ea typeface="Arial" panose="020B0604020202020204" pitchFamily="34" charset="0"/>
            </a:endParaRP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73105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IN" sz="1200" dirty="0">
                <a:effectLst/>
                <a:latin typeface="Arial" panose="020B0604020202020204" pitchFamily="34" charset="0"/>
                <a:ea typeface="Arial" panose="020B0604020202020204" pitchFamily="34" charset="0"/>
              </a:rPr>
              <a:t>This slide is self-explanatory</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AC900C1-7326-4B4D-9C4E-22E7230B62CC}" type="slidenum">
              <a:rPr lang="en-US" smtClean="0"/>
              <a:pPr/>
              <a:t>7</a:t>
            </a:fld>
            <a:endParaRPr lang="en-US"/>
          </a:p>
        </p:txBody>
      </p:sp>
    </p:spTree>
    <p:extLst>
      <p:ext uri="{BB962C8B-B14F-4D97-AF65-F5344CB8AC3E}">
        <p14:creationId xmlns:p14="http://schemas.microsoft.com/office/powerpoint/2010/main" val="653478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IN" sz="4800" dirty="0">
                <a:effectLst/>
                <a:latin typeface="Arial" panose="020B0604020202020204" pitchFamily="34" charset="0"/>
                <a:ea typeface="Arial" panose="020B0604020202020204" pitchFamily="34" charset="0"/>
              </a:rPr>
              <a:t>This slide is self-explanatory</a:t>
            </a:r>
          </a:p>
          <a:p>
            <a:pPr algn="l">
              <a:buFont typeface="+mj-lt"/>
              <a:buNone/>
            </a:pPr>
            <a:endParaRPr lang="en-US" sz="4800" b="0" i="0" dirty="0">
              <a:solidFill>
                <a:srgbClr val="374151"/>
              </a:solidFill>
              <a:effectLst/>
              <a:latin typeface="Söhne"/>
            </a:endParaRP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83639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2400" b="1" dirty="0">
                    <a:effectLst/>
                    <a:latin typeface="Arial" panose="020B0604020202020204" pitchFamily="34" charset="0"/>
                    <a:ea typeface="Arial" panose="020B0604020202020204" pitchFamily="34" charset="0"/>
                  </a:rPr>
                  <a:t>Instructor notes:</a:t>
                </a:r>
              </a:p>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endParaRPr lang="en-IN" sz="2400" dirty="0">
                  <a:solidFill>
                    <a:srgbClr val="434343"/>
                  </a:solidFill>
                  <a:effectLst/>
                  <a:highlight>
                    <a:srgbClr val="FFFFFF"/>
                  </a:highlight>
                  <a:latin typeface="Arial" panose="020B0604020202020204" pitchFamily="34" charset="0"/>
                  <a:ea typeface="Arial" panose="020B0604020202020204" pitchFamily="34" charset="0"/>
                </a:endParaRPr>
              </a:p>
              <a:p>
                <a:pPr algn="l"/>
                <a:r>
                  <a:rPr lang="en-US" sz="3600" b="0" i="0" dirty="0">
                    <a:solidFill>
                      <a:srgbClr val="0D0D0D"/>
                    </a:solidFill>
                    <a:effectLst/>
                    <a:highlight>
                      <a:srgbClr val="FFFFFF"/>
                    </a:highlight>
                    <a:latin typeface="Söhne"/>
                  </a:rPr>
                  <a:t>The self-attention mechanism calculates the attention scores for each word in the input sequence. Explain the formula to the learners:</a:t>
                </a:r>
              </a:p>
              <a:p>
                <a:pPr algn="l"/>
                <a:endParaRPr lang="en-US" sz="3600" b="0" i="0" dirty="0">
                  <a:solidFill>
                    <a:srgbClr val="0D0D0D"/>
                  </a:solidFill>
                  <a:effectLst/>
                  <a:highlight>
                    <a:srgbClr val="FFFFFF"/>
                  </a:highlight>
                  <a:latin typeface="Söhne"/>
                </a:endParaRPr>
              </a:p>
              <a:p>
                <a:pPr algn="l">
                  <a:buFont typeface="Arial" panose="020B0604020202020204" pitchFamily="34" charset="0"/>
                  <a:buChar char="•"/>
                </a:pPr>
                <a:r>
                  <a:rPr lang="en-US" sz="3600" b="0" i="0" dirty="0">
                    <a:solidFill>
                      <a:srgbClr val="0D0D0D"/>
                    </a:solidFill>
                    <a:effectLst/>
                    <a:highlight>
                      <a:srgbClr val="FFFFFF"/>
                    </a:highlight>
                    <a:latin typeface="Söhne"/>
                  </a:rPr>
                  <a:t>Q, K, V represent the query, key, and value matrices derived from the input embeddings.</a:t>
                </a:r>
              </a:p>
              <a:p>
                <a:pPr algn="l">
                  <a:buFont typeface="Arial" panose="020B0604020202020204" pitchFamily="34" charset="0"/>
                  <a:buChar char="•"/>
                </a:pPr>
                <a14:m>
                  <m:oMath xmlns:m="http://schemas.openxmlformats.org/officeDocument/2006/math">
                    <m:sSup>
                      <m:sSupPr>
                        <m:ctrlPr>
                          <a:rPr lang="en-US" sz="3600" i="1" smtClean="0">
                            <a:solidFill>
                              <a:schemeClr val="bg1"/>
                            </a:solidFill>
                            <a:latin typeface="Cambria Math" panose="02040503050406030204" pitchFamily="18" charset="0"/>
                            <a:ea typeface="Cambria Math" panose="02040503050406030204" pitchFamily="18" charset="0"/>
                            <a:cs typeface="Open Sans" panose="020B0606030504020204" pitchFamily="34" charset="0"/>
                          </a:rPr>
                        </m:ctrlPr>
                      </m:sSupPr>
                      <m:e>
                        <m:r>
                          <a:rPr lang="en-US" sz="3600" i="1">
                            <a:solidFill>
                              <a:schemeClr val="bg1"/>
                            </a:solidFill>
                            <a:latin typeface="Cambria Math" panose="02040503050406030204" pitchFamily="18" charset="0"/>
                            <a:ea typeface="Cambria Math" panose="02040503050406030204" pitchFamily="18" charset="0"/>
                            <a:cs typeface="Open Sans" panose="020B0606030504020204" pitchFamily="34" charset="0"/>
                          </a:rPr>
                          <m:t>𝑄𝐾</m:t>
                        </m:r>
                      </m:e>
                      <m:sup>
                        <m:r>
                          <a:rPr lang="en-US" sz="3600" i="1">
                            <a:solidFill>
                              <a:schemeClr val="bg1"/>
                            </a:solidFill>
                            <a:latin typeface="Cambria Math" panose="02040503050406030204" pitchFamily="18" charset="0"/>
                            <a:ea typeface="Cambria Math" panose="02040503050406030204" pitchFamily="18" charset="0"/>
                            <a:cs typeface="Open Sans" panose="020B0606030504020204" pitchFamily="34" charset="0"/>
                          </a:rPr>
                          <m:t>𝑇</m:t>
                        </m:r>
                      </m:sup>
                    </m:sSup>
                  </m:oMath>
                </a14:m>
                <a:r>
                  <a:rPr lang="en-US" sz="3600" b="0" i="0" dirty="0">
                    <a:solidFill>
                      <a:srgbClr val="0D0D0D"/>
                    </a:solidFill>
                    <a:effectLst/>
                    <a:highlight>
                      <a:srgbClr val="FFFFFF"/>
                    </a:highlight>
                    <a:latin typeface="Söhne"/>
                  </a:rPr>
                  <a:t> represents the dot product of the query and key matrices, which provides a score that measures how much attention each word should pay to every other word in the sequence.</a:t>
                </a:r>
              </a:p>
              <a:p>
                <a:pPr algn="l">
                  <a:buFont typeface="Arial" panose="020B0604020202020204" pitchFamily="34" charset="0"/>
                  <a:buChar char="•"/>
                </a:pPr>
                <a14:m>
                  <m:oMath xmlns:m="http://schemas.openxmlformats.org/officeDocument/2006/math">
                    <m:rad>
                      <m:radPr>
                        <m:degHide m:val="on"/>
                        <m:ctrlPr>
                          <a:rPr lang="en-US" sz="3600" i="1" smtClean="0">
                            <a:solidFill>
                              <a:schemeClr val="bg1"/>
                            </a:solidFill>
                            <a:highlight>
                              <a:srgbClr val="FFFFFF"/>
                            </a:highlight>
                            <a:latin typeface="Cambria Math" panose="02040503050406030204" pitchFamily="18" charset="0"/>
                            <a:ea typeface="Cambria Math" panose="02040503050406030204" pitchFamily="18" charset="0"/>
                            <a:cs typeface="Open Sans" panose="020B0606030504020204" pitchFamily="34" charset="0"/>
                          </a:rPr>
                        </m:ctrlPr>
                      </m:radPr>
                      <m:deg/>
                      <m:e>
                        <m:sSub>
                          <m:sSubPr>
                            <m:ctrlPr>
                              <a:rPr lang="en-US" sz="3600" i="1">
                                <a:solidFill>
                                  <a:schemeClr val="bg1"/>
                                </a:solidFill>
                                <a:highlight>
                                  <a:srgbClr val="FFFFFF"/>
                                </a:highlight>
                                <a:latin typeface="Cambria Math" panose="02040503050406030204" pitchFamily="18" charset="0"/>
                                <a:ea typeface="Cambria Math" panose="02040503050406030204" pitchFamily="18" charset="0"/>
                                <a:cs typeface="Open Sans" panose="020B0606030504020204" pitchFamily="34" charset="0"/>
                              </a:rPr>
                            </m:ctrlPr>
                          </m:sSubPr>
                          <m:e>
                            <m:r>
                              <a:rPr lang="en-US" sz="3600" i="1">
                                <a:solidFill>
                                  <a:schemeClr val="bg1"/>
                                </a:solidFill>
                                <a:highlight>
                                  <a:srgbClr val="FFFFFF"/>
                                </a:highlight>
                                <a:latin typeface="Cambria Math" panose="02040503050406030204" pitchFamily="18" charset="0"/>
                                <a:ea typeface="Cambria Math" panose="02040503050406030204" pitchFamily="18" charset="0"/>
                                <a:cs typeface="Open Sans" panose="020B0606030504020204" pitchFamily="34" charset="0"/>
                              </a:rPr>
                              <m:t>𝑑</m:t>
                            </m:r>
                          </m:e>
                          <m:sub>
                            <m:r>
                              <a:rPr lang="en-US" sz="3600" i="1">
                                <a:solidFill>
                                  <a:schemeClr val="bg1"/>
                                </a:solidFill>
                                <a:highlight>
                                  <a:srgbClr val="FFFFFF"/>
                                </a:highlight>
                                <a:latin typeface="Cambria Math" panose="02040503050406030204" pitchFamily="18" charset="0"/>
                                <a:ea typeface="Cambria Math" panose="02040503050406030204" pitchFamily="18" charset="0"/>
                                <a:cs typeface="Open Sans" panose="020B0606030504020204" pitchFamily="34" charset="0"/>
                              </a:rPr>
                              <m:t>𝑘</m:t>
                            </m:r>
                          </m:sub>
                        </m:sSub>
                      </m:e>
                    </m:rad>
                  </m:oMath>
                </a14:m>
                <a:r>
                  <a:rPr lang="en-US" sz="3600" b="1" i="0" dirty="0">
                    <a:solidFill>
                      <a:srgbClr val="0D0D0D"/>
                    </a:solidFill>
                    <a:effectLst/>
                    <a:highlight>
                      <a:srgbClr val="FFFFFF"/>
                    </a:highlight>
                    <a:latin typeface="KaTeX_Main"/>
                  </a:rPr>
                  <a:t>​​</a:t>
                </a:r>
                <a:r>
                  <a:rPr lang="en-US" sz="3600" b="0" i="0" dirty="0">
                    <a:solidFill>
                      <a:srgbClr val="0D0D0D"/>
                    </a:solidFill>
                    <a:effectLst/>
                    <a:highlight>
                      <a:srgbClr val="FFFFFF"/>
                    </a:highlight>
                    <a:latin typeface="Söhne"/>
                  </a:rPr>
                  <a:t> is a scaling factor (where </a:t>
                </a:r>
                <a14:m>
                  <m:oMath xmlns:m="http://schemas.openxmlformats.org/officeDocument/2006/math">
                    <m:sSub>
                      <m:sSubPr>
                        <m:ctrlPr>
                          <a:rPr lang="en-US" sz="3600" i="1" smtClean="0">
                            <a:solidFill>
                              <a:schemeClr val="bg1"/>
                            </a:solidFill>
                            <a:highlight>
                              <a:srgbClr val="FFFFFF"/>
                            </a:highlight>
                            <a:latin typeface="Cambria Math" panose="02040503050406030204" pitchFamily="18" charset="0"/>
                            <a:ea typeface="Cambria Math" panose="02040503050406030204" pitchFamily="18" charset="0"/>
                            <a:cs typeface="Open Sans" panose="020B0606030504020204" pitchFamily="34" charset="0"/>
                          </a:rPr>
                        </m:ctrlPr>
                      </m:sSubPr>
                      <m:e>
                        <m:r>
                          <a:rPr lang="en-US" sz="3600" i="1">
                            <a:solidFill>
                              <a:schemeClr val="bg1"/>
                            </a:solidFill>
                            <a:highlight>
                              <a:srgbClr val="FFFFFF"/>
                            </a:highlight>
                            <a:latin typeface="Cambria Math" panose="02040503050406030204" pitchFamily="18" charset="0"/>
                            <a:ea typeface="Cambria Math" panose="02040503050406030204" pitchFamily="18" charset="0"/>
                            <a:cs typeface="Open Sans" panose="020B0606030504020204" pitchFamily="34" charset="0"/>
                          </a:rPr>
                          <m:t>𝑑</m:t>
                        </m:r>
                      </m:e>
                      <m:sub>
                        <m:r>
                          <a:rPr lang="en-US" sz="3600" i="1">
                            <a:solidFill>
                              <a:schemeClr val="bg1"/>
                            </a:solidFill>
                            <a:highlight>
                              <a:srgbClr val="FFFFFF"/>
                            </a:highlight>
                            <a:latin typeface="Cambria Math" panose="02040503050406030204" pitchFamily="18" charset="0"/>
                            <a:ea typeface="Cambria Math" panose="02040503050406030204" pitchFamily="18" charset="0"/>
                            <a:cs typeface="Open Sans" panose="020B0606030504020204" pitchFamily="34" charset="0"/>
                          </a:rPr>
                          <m:t>𝑘</m:t>
                        </m:r>
                      </m:sub>
                    </m:sSub>
                  </m:oMath>
                </a14:m>
                <a:r>
                  <a:rPr lang="en-US" sz="3600" b="0" i="0" dirty="0">
                    <a:solidFill>
                      <a:srgbClr val="0D0D0D"/>
                    </a:solidFill>
                    <a:effectLst/>
                    <a:highlight>
                      <a:srgbClr val="FFFFFF"/>
                    </a:highlight>
                    <a:latin typeface="Söhne"/>
                  </a:rPr>
                  <a:t>is the dimension of the key vectors), used to avoid overly large values in the dot product that could lead to difficulties with gradients during training.</a:t>
                </a:r>
              </a:p>
              <a:p>
                <a:pPr algn="l">
                  <a:buFont typeface="Arial" panose="020B0604020202020204" pitchFamily="34" charset="0"/>
                  <a:buChar char="•"/>
                </a:pPr>
                <a:r>
                  <a:rPr lang="en-US" sz="3600" b="0" i="0" dirty="0">
                    <a:solidFill>
                      <a:srgbClr val="0D0D0D"/>
                    </a:solidFill>
                    <a:effectLst/>
                    <a:highlight>
                      <a:srgbClr val="FFFFFF"/>
                    </a:highlight>
                    <a:latin typeface="Söhne"/>
                  </a:rPr>
                  <a:t>The </a:t>
                </a:r>
                <a:r>
                  <a:rPr lang="en-US" sz="3600" b="0" i="0" dirty="0" err="1">
                    <a:solidFill>
                      <a:srgbClr val="0D0D0D"/>
                    </a:solidFill>
                    <a:effectLst/>
                    <a:highlight>
                      <a:srgbClr val="FFFFFF"/>
                    </a:highlight>
                    <a:latin typeface="Söhne"/>
                  </a:rPr>
                  <a:t>softmax</a:t>
                </a:r>
                <a:r>
                  <a:rPr lang="en-US" sz="3600" b="0" i="0" dirty="0">
                    <a:solidFill>
                      <a:srgbClr val="0D0D0D"/>
                    </a:solidFill>
                    <a:effectLst/>
                    <a:highlight>
                      <a:srgbClr val="FFFFFF"/>
                    </a:highlight>
                    <a:latin typeface="Söhne"/>
                  </a:rPr>
                  <a:t> function is applied to normalize these scores so that they sum to 1, making them interpretable as probabilities.</a:t>
                </a:r>
              </a:p>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endParaRPr lang="en-IN" sz="2400" dirty="0">
                  <a:effectLst/>
                  <a:latin typeface="Arial" panose="020B0604020202020204" pitchFamily="34" charset="0"/>
                  <a:ea typeface="Arial" panose="020B0604020202020204" pitchFamily="34" charset="0"/>
                </a:endParaRPr>
              </a:p>
            </p:txBody>
          </p:sp>
        </mc:Choice>
        <mc:Fallback xmlns="">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2400" b="1" dirty="0">
                    <a:effectLst/>
                    <a:latin typeface="Arial" panose="020B0604020202020204" pitchFamily="34" charset="0"/>
                    <a:ea typeface="Arial" panose="020B0604020202020204" pitchFamily="34" charset="0"/>
                  </a:rPr>
                  <a:t>Instructor notes:</a:t>
                </a:r>
              </a:p>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endParaRPr lang="en-IN" sz="2400" dirty="0">
                  <a:solidFill>
                    <a:srgbClr val="434343"/>
                  </a:solidFill>
                  <a:effectLst/>
                  <a:highlight>
                    <a:srgbClr val="FFFFFF"/>
                  </a:highlight>
                  <a:latin typeface="Arial" panose="020B0604020202020204" pitchFamily="34" charset="0"/>
                  <a:ea typeface="Arial" panose="020B0604020202020204" pitchFamily="34" charset="0"/>
                </a:endParaRPr>
              </a:p>
              <a:p>
                <a:pPr algn="l"/>
                <a:r>
                  <a:rPr lang="en-US" sz="3600" b="0" i="0" dirty="0">
                    <a:solidFill>
                      <a:srgbClr val="0D0D0D"/>
                    </a:solidFill>
                    <a:effectLst/>
                    <a:highlight>
                      <a:srgbClr val="FFFFFF"/>
                    </a:highlight>
                    <a:latin typeface="Söhne"/>
                  </a:rPr>
                  <a:t>The self-attention mechanism calculates the attention scores for each word in the input sequence. Explain the formula to the learners:</a:t>
                </a:r>
              </a:p>
              <a:p>
                <a:pPr algn="l"/>
                <a:endParaRPr lang="en-US" sz="3600" b="0" i="0" dirty="0">
                  <a:solidFill>
                    <a:srgbClr val="0D0D0D"/>
                  </a:solidFill>
                  <a:effectLst/>
                  <a:highlight>
                    <a:srgbClr val="FFFFFF"/>
                  </a:highlight>
                  <a:latin typeface="Söhne"/>
                </a:endParaRPr>
              </a:p>
              <a:p>
                <a:pPr algn="l">
                  <a:buFont typeface="Arial" panose="020B0604020202020204" pitchFamily="34" charset="0"/>
                  <a:buChar char="•"/>
                </a:pPr>
                <a:r>
                  <a:rPr lang="en-US" sz="3600" b="0" i="0" dirty="0">
                    <a:solidFill>
                      <a:srgbClr val="0D0D0D"/>
                    </a:solidFill>
                    <a:effectLst/>
                    <a:highlight>
                      <a:srgbClr val="FFFFFF"/>
                    </a:highlight>
                    <a:latin typeface="Söhne"/>
                  </a:rPr>
                  <a:t>Q, K, V represent the query, key, and value matrices derived from the input embeddings.</a:t>
                </a:r>
              </a:p>
              <a:p>
                <a:pPr algn="l">
                  <a:buFont typeface="Arial" panose="020B0604020202020204" pitchFamily="34" charset="0"/>
                  <a:buChar char="•"/>
                </a:pPr>
                <a:r>
                  <a:rPr lang="en-US" sz="3600" i="0">
                    <a:solidFill>
                      <a:schemeClr val="bg1"/>
                    </a:solidFill>
                    <a:latin typeface="Cambria Math" panose="02040503050406030204" pitchFamily="18" charset="0"/>
                    <a:ea typeface="Cambria Math" panose="02040503050406030204" pitchFamily="18" charset="0"/>
                    <a:cs typeface="Open Sans" panose="020B0606030504020204" pitchFamily="34" charset="0"/>
                  </a:rPr>
                  <a:t>〖𝑄𝐾〗^𝑇</a:t>
                </a:r>
                <a:r>
                  <a:rPr lang="en-US" sz="3600" b="0" i="0" dirty="0">
                    <a:solidFill>
                      <a:srgbClr val="0D0D0D"/>
                    </a:solidFill>
                    <a:effectLst/>
                    <a:highlight>
                      <a:srgbClr val="FFFFFF"/>
                    </a:highlight>
                    <a:latin typeface="Söhne"/>
                  </a:rPr>
                  <a:t> represents the dot product of the query and key matrices, which provides a score that measures how much attention each word should pay to every other word in the sequence.</a:t>
                </a:r>
              </a:p>
              <a:p>
                <a:pPr algn="l">
                  <a:buFont typeface="Arial" panose="020B0604020202020204" pitchFamily="34" charset="0"/>
                  <a:buChar char="•"/>
                </a:pPr>
                <a:r>
                  <a:rPr lang="en-US" sz="3600" i="0">
                    <a:solidFill>
                      <a:schemeClr val="bg1"/>
                    </a:solidFill>
                    <a:highlight>
                      <a:srgbClr val="FFFFFF"/>
                    </a:highlight>
                    <a:latin typeface="Cambria Math" panose="02040503050406030204" pitchFamily="18" charset="0"/>
                    <a:ea typeface="Cambria Math" panose="02040503050406030204" pitchFamily="18" charset="0"/>
                    <a:cs typeface="Open Sans" panose="020B0606030504020204" pitchFamily="34" charset="0"/>
                  </a:rPr>
                  <a:t>√(𝑑_𝑘 )</a:t>
                </a:r>
                <a:r>
                  <a:rPr lang="en-US" sz="3600" b="1" i="0" dirty="0">
                    <a:solidFill>
                      <a:srgbClr val="0D0D0D"/>
                    </a:solidFill>
                    <a:effectLst/>
                    <a:highlight>
                      <a:srgbClr val="FFFFFF"/>
                    </a:highlight>
                    <a:latin typeface="KaTeX_Main"/>
                  </a:rPr>
                  <a:t>​​</a:t>
                </a:r>
                <a:r>
                  <a:rPr lang="en-US" sz="3600" b="0" i="0" dirty="0">
                    <a:solidFill>
                      <a:srgbClr val="0D0D0D"/>
                    </a:solidFill>
                    <a:effectLst/>
                    <a:highlight>
                      <a:srgbClr val="FFFFFF"/>
                    </a:highlight>
                    <a:latin typeface="Söhne"/>
                  </a:rPr>
                  <a:t> is a scaling factor (where </a:t>
                </a:r>
                <a:r>
                  <a:rPr lang="en-US" sz="3600" i="0">
                    <a:solidFill>
                      <a:schemeClr val="bg1"/>
                    </a:solidFill>
                    <a:highlight>
                      <a:srgbClr val="FFFFFF"/>
                    </a:highlight>
                    <a:latin typeface="Cambria Math" panose="02040503050406030204" pitchFamily="18" charset="0"/>
                    <a:ea typeface="Cambria Math" panose="02040503050406030204" pitchFamily="18" charset="0"/>
                    <a:cs typeface="Open Sans" panose="020B0606030504020204" pitchFamily="34" charset="0"/>
                  </a:rPr>
                  <a:t>𝑑_𝑘</a:t>
                </a:r>
                <a:r>
                  <a:rPr lang="en-US" sz="3600" b="0" i="0" dirty="0">
                    <a:solidFill>
                      <a:srgbClr val="0D0D0D"/>
                    </a:solidFill>
                    <a:effectLst/>
                    <a:highlight>
                      <a:srgbClr val="FFFFFF"/>
                    </a:highlight>
                    <a:latin typeface="Söhne"/>
                  </a:rPr>
                  <a:t>is the dimension of the key vectors), used to avoid overly large values in the dot product that could lead to difficulties with gradients during training.</a:t>
                </a:r>
              </a:p>
              <a:p>
                <a:pPr algn="l">
                  <a:buFont typeface="Arial" panose="020B0604020202020204" pitchFamily="34" charset="0"/>
                  <a:buChar char="•"/>
                </a:pPr>
                <a:r>
                  <a:rPr lang="en-US" sz="3600" b="0" i="0" dirty="0">
                    <a:solidFill>
                      <a:srgbClr val="0D0D0D"/>
                    </a:solidFill>
                    <a:effectLst/>
                    <a:highlight>
                      <a:srgbClr val="FFFFFF"/>
                    </a:highlight>
                    <a:latin typeface="Söhne"/>
                  </a:rPr>
                  <a:t>The </a:t>
                </a:r>
                <a:r>
                  <a:rPr lang="en-US" sz="3600" b="0" i="0" dirty="0" err="1">
                    <a:solidFill>
                      <a:srgbClr val="0D0D0D"/>
                    </a:solidFill>
                    <a:effectLst/>
                    <a:highlight>
                      <a:srgbClr val="FFFFFF"/>
                    </a:highlight>
                    <a:latin typeface="Söhne"/>
                  </a:rPr>
                  <a:t>softmax</a:t>
                </a:r>
                <a:r>
                  <a:rPr lang="en-US" sz="3600" b="0" i="0" dirty="0">
                    <a:solidFill>
                      <a:srgbClr val="0D0D0D"/>
                    </a:solidFill>
                    <a:effectLst/>
                    <a:highlight>
                      <a:srgbClr val="FFFFFF"/>
                    </a:highlight>
                    <a:latin typeface="Söhne"/>
                  </a:rPr>
                  <a:t> function is applied to normalize these scores so that they sum to 1, making them interpretable as probabilities.</a:t>
                </a:r>
              </a:p>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endParaRPr lang="en-IN" sz="2400" dirty="0">
                  <a:effectLst/>
                  <a:latin typeface="Arial" panose="020B0604020202020204" pitchFamily="34" charset="0"/>
                  <a:ea typeface="Arial" panose="020B0604020202020204" pitchFamily="34" charset="0"/>
                </a:endParaRPr>
              </a:p>
            </p:txBody>
          </p:sp>
        </mc:Fallback>
      </mc:AlternateContent>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91309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 is self explanatory</a:t>
            </a:r>
          </a:p>
        </p:txBody>
      </p:sp>
      <p:sp>
        <p:nvSpPr>
          <p:cNvPr id="4" name="Slide Number Placeholder 3"/>
          <p:cNvSpPr>
            <a:spLocks noGrp="1"/>
          </p:cNvSpPr>
          <p:nvPr>
            <p:ph type="sldNum" sz="quarter" idx="5"/>
          </p:nvPr>
        </p:nvSpPr>
        <p:spPr/>
        <p:txBody>
          <a:bodyPr/>
          <a:lstStyle/>
          <a:p>
            <a:fld id="{0AC900C1-7326-4B4D-9C4E-22E7230B62CC}" type="slidenum">
              <a:rPr lang="en-US" smtClean="0"/>
              <a:pPr/>
              <a:t>10</a:t>
            </a:fld>
            <a:endParaRPr lang="en-US"/>
          </a:p>
        </p:txBody>
      </p:sp>
    </p:spTree>
    <p:extLst>
      <p:ext uri="{BB962C8B-B14F-4D97-AF65-F5344CB8AC3E}">
        <p14:creationId xmlns:p14="http://schemas.microsoft.com/office/powerpoint/2010/main" val="11386978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1200" b="1" dirty="0">
                <a:effectLst/>
                <a:latin typeface="Arial" panose="020B0604020202020204" pitchFamily="34" charset="0"/>
                <a:ea typeface="Arial" panose="020B0604020202020204" pitchFamily="34" charset="0"/>
              </a:rPr>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Read this after going through example:</a:t>
            </a:r>
            <a:br>
              <a:rPr lang="en-IN" b="1" dirty="0"/>
            </a:br>
            <a:br>
              <a:rPr lang="en-IN" b="1" dirty="0"/>
            </a:br>
            <a:r>
              <a:rPr lang="en-US" b="0" i="0" dirty="0">
                <a:solidFill>
                  <a:srgbClr val="0D0D0D"/>
                </a:solidFill>
                <a:effectLst/>
                <a:highlight>
                  <a:srgbClr val="FFFFFF"/>
                </a:highlight>
                <a:latin typeface="Söhne"/>
              </a:rPr>
              <a:t>So, self-attention allows the model to dynamically focus on and combine information from all parts of the input based on relevance and context, which helps it understand and process the entire sequence more effectively.</a:t>
            </a:r>
            <a:endParaRPr lang="en-US" dirty="0"/>
          </a:p>
          <a:p>
            <a:endParaRPr lang="en-US" dirty="0"/>
          </a:p>
          <a:p>
            <a:r>
              <a:rPr lang="en-US" dirty="0"/>
              <a:t>Discuss the question: what is the advantage to transformer model using self attention mechanism?</a:t>
            </a:r>
          </a:p>
        </p:txBody>
      </p:sp>
      <p:sp>
        <p:nvSpPr>
          <p:cNvPr id="4" name="Slide Number Placeholder 3"/>
          <p:cNvSpPr>
            <a:spLocks noGrp="1"/>
          </p:cNvSpPr>
          <p:nvPr>
            <p:ph type="sldNum" sz="quarter" idx="5"/>
          </p:nvPr>
        </p:nvSpPr>
        <p:spPr/>
        <p:txBody>
          <a:bodyPr/>
          <a:lstStyle/>
          <a:p>
            <a:fld id="{0AC900C1-7326-4B4D-9C4E-22E7230B62CC}" type="slidenum">
              <a:rPr lang="en-US" smtClean="0"/>
              <a:pPr/>
              <a:t>11</a:t>
            </a:fld>
            <a:endParaRPr lang="en-US"/>
          </a:p>
        </p:txBody>
      </p:sp>
    </p:spTree>
    <p:extLst>
      <p:ext uri="{BB962C8B-B14F-4D97-AF65-F5344CB8AC3E}">
        <p14:creationId xmlns:p14="http://schemas.microsoft.com/office/powerpoint/2010/main" val="2041013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2400" b="1" dirty="0">
                <a:effectLst/>
                <a:latin typeface="Arial" panose="020B0604020202020204" pitchFamily="34" charset="0"/>
                <a:ea typeface="Arial" panose="020B0604020202020204" pitchFamily="34" charset="0"/>
              </a:rPr>
              <a:t>Instructor notes:</a:t>
            </a:r>
          </a:p>
          <a:p>
            <a:pPr marL="0" marR="0" lvl="0" indent="0" algn="l" defTabSz="914400" rtl="0" eaLnBrk="1" fontAlgn="auto" latinLnBrk="0" hangingPunct="1">
              <a:lnSpc>
                <a:spcPct val="115000"/>
              </a:lnSpc>
              <a:spcBef>
                <a:spcPts val="0"/>
              </a:spcBef>
              <a:spcAft>
                <a:spcPts val="0"/>
              </a:spcAft>
              <a:buClrTx/>
              <a:buSzTx/>
              <a:buFontTx/>
              <a:buNone/>
              <a:tabLst/>
              <a:defRPr/>
            </a:pPr>
            <a:endParaRPr lang="en-US" sz="2400" dirty="0">
              <a:effectLst/>
              <a:latin typeface="Arial" panose="020B0604020202020204" pitchFamily="34" charset="0"/>
              <a:ea typeface="Arial" panose="020B0604020202020204" pitchFamily="34"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lang="en-US" sz="3600" b="0" i="0" dirty="0">
                <a:solidFill>
                  <a:srgbClr val="0D0D0D"/>
                </a:solidFill>
                <a:effectLst/>
                <a:highlight>
                  <a:srgbClr val="FFFFFF"/>
                </a:highlight>
                <a:latin typeface="Söhne"/>
              </a:rPr>
              <a:t>Let's explore what long-range dependencies are and how Transformer models handle them more effectively than traditional models like RNNs and LSTMs, using an example</a:t>
            </a:r>
            <a:endParaRPr lang="en-IN" sz="2400" dirty="0">
              <a:effectLst/>
              <a:latin typeface="Arial" panose="020B0604020202020204" pitchFamily="34" charset="0"/>
              <a:ea typeface="Arial" panose="020B0604020202020204" pitchFamily="34" charset="0"/>
            </a:endParaRP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504872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r>
              <a:rPr lang="en-IN" sz="2400">
                <a:effectLst/>
                <a:latin typeface="Arial" panose="020B0604020202020204" pitchFamily="34" charset="0"/>
                <a:ea typeface="Arial" panose="020B0604020202020204" pitchFamily="34" charset="0"/>
              </a:rPr>
              <a:t>This slide is self-explanatory</a:t>
            </a: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34339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effectLst/>
                <a:latin typeface="Arial" panose="020B0604020202020204" pitchFamily="34" charset="0"/>
                <a:ea typeface="Arial" panose="020B0604020202020204" pitchFamily="34" charset="0"/>
              </a:rPr>
              <a:t>Instructor notes:</a:t>
            </a:r>
          </a:p>
          <a:p>
            <a:pPr algn="l"/>
            <a:br>
              <a:rPr lang="en-US" sz="2400" dirty="0">
                <a:effectLst/>
                <a:latin typeface="Arial" panose="020B0604020202020204" pitchFamily="34" charset="0"/>
                <a:ea typeface="Arial" panose="020B0604020202020204" pitchFamily="34" charset="0"/>
              </a:rPr>
            </a:br>
            <a:br>
              <a:rPr lang="en-US" sz="2400" dirty="0">
                <a:effectLst/>
                <a:latin typeface="Arial" panose="020B0604020202020204" pitchFamily="34" charset="0"/>
                <a:ea typeface="Arial" panose="020B0604020202020204" pitchFamily="34" charset="0"/>
              </a:rPr>
            </a:br>
            <a:r>
              <a:rPr lang="en-US" sz="3600" b="0" i="0" dirty="0">
                <a:solidFill>
                  <a:srgbClr val="0D0D0D"/>
                </a:solidFill>
                <a:effectLst/>
                <a:highlight>
                  <a:srgbClr val="FFFFFF"/>
                </a:highlight>
                <a:latin typeface="Söhne"/>
              </a:rPr>
              <a:t>Traditional sequence models like RNNs (Recurrent Neural Networks) and LSTMs (Long Short-Term Memory networks) struggle with processing longer sequences or paragraphs primarily due to two key issues: the vanishing gradient problem and computational inefficiency.</a:t>
            </a:r>
          </a:p>
          <a:p>
            <a:pPr algn="l"/>
            <a:endParaRPr lang="en-US" sz="3600" b="0" i="0" dirty="0">
              <a:solidFill>
                <a:srgbClr val="0D0D0D"/>
              </a:solidFill>
              <a:effectLst/>
              <a:highlight>
                <a:srgbClr val="FFFFFF"/>
              </a:highlight>
              <a:latin typeface="Söhne"/>
            </a:endParaRPr>
          </a:p>
          <a:p>
            <a:pPr algn="l">
              <a:buFont typeface="+mj-lt"/>
              <a:buAutoNum type="arabicPeriod"/>
            </a:pPr>
            <a:r>
              <a:rPr lang="en-US" sz="3600" b="1" i="0" dirty="0">
                <a:solidFill>
                  <a:srgbClr val="0D0D0D"/>
                </a:solidFill>
                <a:effectLst/>
                <a:highlight>
                  <a:srgbClr val="FFFFFF"/>
                </a:highlight>
                <a:latin typeface="Söhne"/>
              </a:rPr>
              <a:t>Vanishing Gradient Problem</a:t>
            </a:r>
            <a:r>
              <a:rPr lang="en-US" sz="3600" b="0" i="0" dirty="0">
                <a:solidFill>
                  <a:srgbClr val="0D0D0D"/>
                </a:solidFill>
                <a:effectLst/>
                <a:highlight>
                  <a:srgbClr val="FFFFFF"/>
                </a:highlight>
                <a:latin typeface="Söhne"/>
              </a:rPr>
              <a:t>: In neural networks, gradients are used during backpropagation to update the weights of the network to minimize the error in predictions. In RNNs and LSTMs, as the sequence length increases, these gradients can become exceedingly small (vanish) or very large (explode) as they are propagated back through each timestep of the sequence. When gradients vanish, the weights are not updated effectively, leading to a loss of information about the earlier parts of the sequence. This makes it difficult for these models to learn and maintain dependencies between distant elements in long sequences.</a:t>
            </a:r>
          </a:p>
          <a:p>
            <a:pPr algn="l">
              <a:buFont typeface="+mj-lt"/>
              <a:buAutoNum type="arabicPeriod"/>
            </a:pPr>
            <a:r>
              <a:rPr lang="en-US" sz="3600" b="1" i="0" dirty="0">
                <a:solidFill>
                  <a:srgbClr val="0D0D0D"/>
                </a:solidFill>
                <a:effectLst/>
                <a:highlight>
                  <a:srgbClr val="FFFFFF"/>
                </a:highlight>
                <a:latin typeface="Söhne"/>
              </a:rPr>
              <a:t>Computational Inefficiency</a:t>
            </a:r>
            <a:r>
              <a:rPr lang="en-US" sz="3600" b="0" i="0" dirty="0">
                <a:solidFill>
                  <a:srgbClr val="0D0D0D"/>
                </a:solidFill>
                <a:effectLst/>
                <a:highlight>
                  <a:srgbClr val="FFFFFF"/>
                </a:highlight>
                <a:latin typeface="Söhne"/>
              </a:rPr>
              <a:t>: RNNs and LSTMs process data sequentially, meaning each step must wait for the previous steps to be processed. This sequential dependency limits parallelization and makes the training and inference processes slower, particularly as sequence lengths increase. Longer sequences require more computational time and resources, which can become impractical for very long texts or datasets.</a:t>
            </a:r>
          </a:p>
          <a:p>
            <a:pPr marL="0" marR="0">
              <a:lnSpc>
                <a:spcPct val="115000"/>
              </a:lnSpc>
              <a:spcBef>
                <a:spcPts val="0"/>
              </a:spcBef>
              <a:spcAft>
                <a:spcPts val="0"/>
              </a:spcAft>
            </a:pPr>
            <a:endParaRPr lang="en-IN" sz="2400" dirty="0">
              <a:effectLst/>
              <a:latin typeface="Arial" panose="020B0604020202020204" pitchFamily="34" charset="0"/>
              <a:ea typeface="Arial" panose="020B0604020202020204" pitchFamily="34" charset="0"/>
            </a:endParaRP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7991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2400" b="1" dirty="0">
                <a:effectLst/>
                <a:latin typeface="Arial" panose="020B0604020202020204" pitchFamily="34" charset="0"/>
                <a:ea typeface="Arial" panose="020B0604020202020204" pitchFamily="34" charset="0"/>
              </a:rPr>
              <a:t>Instructor notes:</a:t>
            </a:r>
          </a:p>
          <a:p>
            <a:pPr marL="0" marR="0">
              <a:lnSpc>
                <a:spcPct val="115000"/>
              </a:lnSpc>
              <a:spcBef>
                <a:spcPts val="0"/>
              </a:spcBef>
              <a:spcAft>
                <a:spcPts val="0"/>
              </a:spcAft>
            </a:pPr>
            <a:endParaRPr lang="en-IN" sz="2400" dirty="0">
              <a:effectLst/>
              <a:latin typeface="Arial" panose="020B0604020202020204" pitchFamily="34" charset="0"/>
              <a:ea typeface="Arial" panose="020B0604020202020204" pitchFamily="34" charset="0"/>
            </a:endParaRPr>
          </a:p>
          <a:p>
            <a:pPr marL="0" marR="0">
              <a:lnSpc>
                <a:spcPct val="115000"/>
              </a:lnSpc>
              <a:spcBef>
                <a:spcPts val="0"/>
              </a:spcBef>
              <a:spcAft>
                <a:spcPts val="0"/>
              </a:spcAft>
            </a:pPr>
            <a:r>
              <a:rPr lang="en-US" sz="3600" b="0" i="0" dirty="0">
                <a:solidFill>
                  <a:srgbClr val="0D0D0D"/>
                </a:solidFill>
                <a:effectLst/>
                <a:highlight>
                  <a:srgbClr val="FFFFFF"/>
                </a:highlight>
                <a:latin typeface="Söhne"/>
              </a:rPr>
              <a:t>Transformer models address the limitations of traditional sequence models like RNNs and LSTMs primarily through the use of self-attention mechanisms and layer-wise processing, which effectively solve the issues of vanishing gradients and computational inefficiency</a:t>
            </a:r>
            <a:endParaRPr lang="en-IN" sz="2400" dirty="0">
              <a:effectLst/>
              <a:latin typeface="Arial" panose="020B0604020202020204" pitchFamily="34" charset="0"/>
              <a:ea typeface="Arial" panose="020B0604020202020204" pitchFamily="34" charset="0"/>
            </a:endParaRP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502621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5638" y="1123950"/>
            <a:ext cx="5394325" cy="3035300"/>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1200" b="1" dirty="0">
                <a:effectLst/>
                <a:latin typeface="Arial" panose="020B0604020202020204" pitchFamily="34" charset="0"/>
                <a:ea typeface="Arial" panose="020B0604020202020204" pitchFamily="34" charset="0"/>
              </a:rPr>
              <a:t>Instructor notes:</a:t>
            </a:r>
          </a:p>
          <a:p>
            <a:pPr algn="l"/>
            <a:endParaRPr lang="en-IN" dirty="0"/>
          </a:p>
          <a:p>
            <a:pPr algn="l"/>
            <a:endParaRPr lang="en-IN" dirty="0"/>
          </a:p>
          <a:p>
            <a:pPr algn="l" defTabSz="1625620">
              <a:lnSpc>
                <a:spcPct val="114000"/>
              </a:lnSpc>
              <a:spcBef>
                <a:spcPts val="1100"/>
              </a:spcBef>
            </a:pPr>
            <a:r>
              <a:rPr lang="en-US" sz="1200" b="1" dirty="0">
                <a:solidFill>
                  <a:srgbClr val="404040"/>
                </a:solidFill>
                <a:latin typeface="Open Sans" panose="020B0606030504020204" pitchFamily="34" charset="0"/>
                <a:ea typeface="Open Sans" panose="020B0606030504020204" pitchFamily="34" charset="0"/>
                <a:cs typeface="Open Sans" panose="020B0606030504020204" pitchFamily="34" charset="0"/>
              </a:rPr>
              <a:t>Language translation</a:t>
            </a:r>
            <a:endParaRPr lang="en-US" sz="1200" dirty="0">
              <a:solidFill>
                <a:srgbClr val="404040"/>
              </a:solidFill>
              <a:latin typeface="Open Sans" panose="020B0606030504020204" pitchFamily="34" charset="0"/>
              <a:ea typeface="Open Sans" panose="020B0606030504020204" pitchFamily="34" charset="0"/>
              <a:cs typeface="Open Sans" panose="020B0606030504020204" pitchFamily="34" charset="0"/>
            </a:endParaRPr>
          </a:p>
          <a:p>
            <a:pPr algn="l" defTabSz="1625620">
              <a:lnSpc>
                <a:spcPct val="114000"/>
              </a:lnSpc>
              <a:spcBef>
                <a:spcPts val="1100"/>
              </a:spcBef>
            </a:pPr>
            <a:r>
              <a:rPr lang="en-US" sz="1200" dirty="0">
                <a:solidFill>
                  <a:srgbClr val="404040"/>
                </a:solidFill>
                <a:latin typeface="Open Sans" panose="020B0606030504020204" pitchFamily="34" charset="0"/>
                <a:ea typeface="Open Sans" panose="020B0606030504020204" pitchFamily="34" charset="0"/>
                <a:cs typeface="Open Sans" panose="020B0606030504020204" pitchFamily="34" charset="0"/>
              </a:rPr>
              <a:t>Transformers efficiently translate text from one language to another while preserving contextual meaning.</a:t>
            </a:r>
          </a:p>
          <a:p>
            <a:pPr algn="l" defTabSz="1625620">
              <a:lnSpc>
                <a:spcPct val="114000"/>
              </a:lnSpc>
              <a:spcBef>
                <a:spcPts val="1100"/>
              </a:spcBef>
            </a:pPr>
            <a:r>
              <a:rPr lang="en-US" sz="1200" b="1" dirty="0">
                <a:solidFill>
                  <a:srgbClr val="404040"/>
                </a:solidFill>
                <a:latin typeface="Open Sans" panose="020B0606030504020204" pitchFamily="34" charset="0"/>
                <a:ea typeface="Open Sans" panose="020B0606030504020204" pitchFamily="34" charset="0"/>
                <a:cs typeface="Open Sans" panose="020B0606030504020204" pitchFamily="34" charset="0"/>
              </a:rPr>
              <a:t>Text classification</a:t>
            </a:r>
          </a:p>
          <a:p>
            <a:pPr algn="l" defTabSz="1625620">
              <a:lnSpc>
                <a:spcPct val="114000"/>
              </a:lnSpc>
              <a:spcBef>
                <a:spcPts val="1100"/>
              </a:spcBef>
            </a:pPr>
            <a:r>
              <a:rPr lang="en-US" sz="1200" dirty="0">
                <a:solidFill>
                  <a:srgbClr val="404040"/>
                </a:solidFill>
                <a:latin typeface="Open Sans" panose="020B0606030504020204" pitchFamily="34" charset="0"/>
                <a:ea typeface="Open Sans" panose="020B0606030504020204" pitchFamily="34" charset="0"/>
                <a:cs typeface="Open Sans" panose="020B0606030504020204" pitchFamily="34" charset="0"/>
              </a:rPr>
              <a:t>They can categorize or classify text into predefined groups based on content.</a:t>
            </a:r>
          </a:p>
          <a:p>
            <a:pPr algn="l" defTabSz="1625620">
              <a:lnSpc>
                <a:spcPct val="114000"/>
              </a:lnSpc>
              <a:spcBef>
                <a:spcPts val="1100"/>
              </a:spcBef>
            </a:pPr>
            <a:r>
              <a:rPr lang="en-US" sz="1200" b="1" dirty="0">
                <a:solidFill>
                  <a:srgbClr val="404040"/>
                </a:solidFill>
                <a:latin typeface="Open Sans" panose="020B0606030504020204" pitchFamily="34" charset="0"/>
                <a:ea typeface="Open Sans" panose="020B0606030504020204" pitchFamily="34" charset="0"/>
                <a:cs typeface="Open Sans" panose="020B0606030504020204" pitchFamily="34" charset="0"/>
              </a:rPr>
              <a:t>Language generation</a:t>
            </a:r>
          </a:p>
          <a:p>
            <a:pPr algn="l" defTabSz="1625620">
              <a:lnSpc>
                <a:spcPct val="114000"/>
              </a:lnSpc>
              <a:spcBef>
                <a:spcPts val="1100"/>
              </a:spcBef>
            </a:pPr>
            <a:r>
              <a:rPr lang="en-US" sz="1200" dirty="0">
                <a:solidFill>
                  <a:srgbClr val="404040"/>
                </a:solidFill>
                <a:latin typeface="Open Sans" panose="020B0606030504020204" pitchFamily="34" charset="0"/>
                <a:ea typeface="Open Sans" panose="020B0606030504020204" pitchFamily="34" charset="0"/>
                <a:cs typeface="Open Sans" panose="020B0606030504020204" pitchFamily="34" charset="0"/>
              </a:rPr>
              <a:t>They can generate human-like, contextually relevant text.</a:t>
            </a:r>
          </a:p>
          <a:p>
            <a:pPr algn="l" defTabSz="1625620">
              <a:lnSpc>
                <a:spcPct val="114000"/>
              </a:lnSpc>
              <a:spcBef>
                <a:spcPts val="1100"/>
              </a:spcBef>
            </a:pPr>
            <a:r>
              <a:rPr lang="en-IN" sz="1200" b="1" dirty="0">
                <a:solidFill>
                  <a:srgbClr val="404040"/>
                </a:solidFill>
                <a:latin typeface="Open Sans" panose="020B0606030504020204" pitchFamily="34" charset="0"/>
                <a:ea typeface="Open Sans" panose="020B0606030504020204" pitchFamily="34" charset="0"/>
                <a:cs typeface="Open Sans" panose="020B0606030504020204" pitchFamily="34" charset="0"/>
              </a:rPr>
              <a:t>Question answering</a:t>
            </a:r>
            <a:endParaRPr lang="en-IN" sz="1200" dirty="0">
              <a:solidFill>
                <a:srgbClr val="404040"/>
              </a:solidFill>
              <a:latin typeface="Open Sans" panose="020B0606030504020204" pitchFamily="34" charset="0"/>
              <a:ea typeface="Open Sans" panose="020B0606030504020204" pitchFamily="34" charset="0"/>
              <a:cs typeface="Open Sans" panose="020B0606030504020204" pitchFamily="34" charset="0"/>
            </a:endParaRPr>
          </a:p>
          <a:p>
            <a:pPr algn="l" defTabSz="1625620">
              <a:lnSpc>
                <a:spcPct val="114000"/>
              </a:lnSpc>
              <a:spcBef>
                <a:spcPts val="1100"/>
              </a:spcBef>
            </a:pPr>
            <a:r>
              <a:rPr lang="en-US" sz="1200" dirty="0">
                <a:solidFill>
                  <a:srgbClr val="404040"/>
                </a:solidFill>
                <a:latin typeface="Open Sans" panose="020B0606030504020204" pitchFamily="34" charset="0"/>
                <a:ea typeface="Open Sans" panose="020B0606030504020204" pitchFamily="34" charset="0"/>
                <a:cs typeface="Open Sans" panose="020B0606030504020204" pitchFamily="34" charset="0"/>
              </a:rPr>
              <a:t>Transformers can parse context to provide accurate answers to specific questions in natural language processing.</a:t>
            </a:r>
          </a:p>
          <a:p>
            <a:pPr algn="l" defTabSz="1625620">
              <a:lnSpc>
                <a:spcPct val="114000"/>
              </a:lnSpc>
              <a:spcBef>
                <a:spcPts val="1100"/>
              </a:spcBef>
            </a:pPr>
            <a:endParaRPr lang="en-US" sz="1200" dirty="0">
              <a:solidFill>
                <a:srgbClr val="404040"/>
              </a:solidFill>
              <a:latin typeface="Open Sans" panose="020B0606030504020204" pitchFamily="34" charset="0"/>
              <a:ea typeface="Open Sans" panose="020B0606030504020204" pitchFamily="34" charset="0"/>
              <a:cs typeface="Open Sans" panose="020B0606030504020204" pitchFamily="34" charset="0"/>
            </a:endParaRPr>
          </a:p>
          <a:p>
            <a:pPr algn="l"/>
            <a:endParaRPr lang="en-US" dirty="0"/>
          </a:p>
        </p:txBody>
      </p:sp>
    </p:spTree>
    <p:extLst>
      <p:ext uri="{BB962C8B-B14F-4D97-AF65-F5344CB8AC3E}">
        <p14:creationId xmlns:p14="http://schemas.microsoft.com/office/powerpoint/2010/main" val="19598035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5638" y="1123950"/>
            <a:ext cx="5394325" cy="3035300"/>
          </a:xfrm>
          <a:prstGeom prst="rect">
            <a:avLst/>
          </a:prstGeom>
          <a:noFill/>
          <a:ln w="12700">
            <a:solidFill>
              <a:prstClr val="black"/>
            </a:solidFill>
          </a:ln>
        </p:spPr>
      </p:sp>
      <p:sp>
        <p:nvSpPr>
          <p:cNvPr id="3" name="Notes Placeholder 2"/>
          <p:cNvSpPr>
            <a:spLocks noGrp="1"/>
          </p:cNvSpPr>
          <p:nvPr>
            <p:ph type="body" idx="1"/>
          </p:nvPr>
        </p:nvSpPr>
        <p:spPr/>
        <p:txBody>
          <a:bodyPr/>
          <a:lstStyle/>
          <a:p>
            <a:r>
              <a:rPr lang="en-IN"/>
              <a:t>This slide is self-explanatory</a:t>
            </a:r>
            <a:endParaRPr lang="en-US"/>
          </a:p>
        </p:txBody>
      </p:sp>
    </p:spTree>
    <p:extLst>
      <p:ext uri="{BB962C8B-B14F-4D97-AF65-F5344CB8AC3E}">
        <p14:creationId xmlns:p14="http://schemas.microsoft.com/office/powerpoint/2010/main" val="19647787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5638" y="1123950"/>
            <a:ext cx="5394325" cy="3035300"/>
          </a:xfrm>
          <a:prstGeom prst="rect">
            <a:avLst/>
          </a:prstGeom>
          <a:noFill/>
          <a:ln w="12700">
            <a:solidFill>
              <a:prstClr val="black"/>
            </a:solidFill>
          </a:ln>
        </p:spPr>
      </p:sp>
      <p:sp>
        <p:nvSpPr>
          <p:cNvPr id="3" name="Notes Placeholder 2"/>
          <p:cNvSpPr>
            <a:spLocks noGrp="1"/>
          </p:cNvSpPr>
          <p:nvPr>
            <p:ph type="body" idx="1"/>
          </p:nvPr>
        </p:nvSpPr>
        <p:spPr/>
        <p:txBody>
          <a:bodyPr/>
          <a:lstStyle/>
          <a:p>
            <a:r>
              <a:rPr lang="en-IN"/>
              <a:t>This slide is self-explanatory</a:t>
            </a:r>
            <a:endParaRPr lang="en-US"/>
          </a:p>
        </p:txBody>
      </p:sp>
    </p:spTree>
    <p:extLst>
      <p:ext uri="{BB962C8B-B14F-4D97-AF65-F5344CB8AC3E}">
        <p14:creationId xmlns:p14="http://schemas.microsoft.com/office/powerpoint/2010/main" val="23059001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5638" y="1123950"/>
            <a:ext cx="5394325" cy="3035300"/>
          </a:xfrm>
          <a:prstGeom prst="rect">
            <a:avLst/>
          </a:prstGeom>
          <a:noFill/>
          <a:ln w="12700">
            <a:solidFill>
              <a:prstClr val="black"/>
            </a:solidFill>
          </a:ln>
        </p:spPr>
      </p:sp>
      <p:sp>
        <p:nvSpPr>
          <p:cNvPr id="3" name="Notes Placeholder 2"/>
          <p:cNvSpPr>
            <a:spLocks noGrp="1"/>
          </p:cNvSpPr>
          <p:nvPr>
            <p:ph type="body" idx="1"/>
          </p:nvPr>
        </p:nvSpPr>
        <p:spPr/>
        <p:txBody>
          <a:bodyPr/>
          <a:lstStyle/>
          <a:p>
            <a:r>
              <a:rPr lang="en-IN"/>
              <a:t>This slide is self-explanatory</a:t>
            </a:r>
            <a:endParaRPr lang="en-US"/>
          </a:p>
        </p:txBody>
      </p:sp>
    </p:spTree>
    <p:extLst>
      <p:ext uri="{BB962C8B-B14F-4D97-AF65-F5344CB8AC3E}">
        <p14:creationId xmlns:p14="http://schemas.microsoft.com/office/powerpoint/2010/main" val="20216869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5638" y="1123950"/>
            <a:ext cx="5394325" cy="3035300"/>
          </a:xfrm>
          <a:prstGeom prst="rect">
            <a:avLst/>
          </a:prstGeom>
          <a:noFill/>
          <a:ln w="12700">
            <a:solidFill>
              <a:prstClr val="black"/>
            </a:solidFill>
          </a:ln>
        </p:spPr>
      </p:sp>
      <p:sp>
        <p:nvSpPr>
          <p:cNvPr id="3" name="Notes Placeholder 2"/>
          <p:cNvSpPr>
            <a:spLocks noGrp="1"/>
          </p:cNvSpPr>
          <p:nvPr>
            <p:ph type="body" idx="1"/>
          </p:nvPr>
        </p:nvSpPr>
        <p:spPr/>
        <p:txBody>
          <a:bodyPr/>
          <a:lstStyle/>
          <a:p>
            <a:r>
              <a:rPr lang="en-IN"/>
              <a:t>This slide is self-explanatory</a:t>
            </a:r>
            <a:endParaRPr lang="en-US"/>
          </a:p>
        </p:txBody>
      </p:sp>
    </p:spTree>
    <p:extLst>
      <p:ext uri="{BB962C8B-B14F-4D97-AF65-F5344CB8AC3E}">
        <p14:creationId xmlns:p14="http://schemas.microsoft.com/office/powerpoint/2010/main" val="37740720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5638" y="1123950"/>
            <a:ext cx="5394325" cy="3035300"/>
          </a:xfrm>
          <a:prstGeom prst="rect">
            <a:avLst/>
          </a:prstGeom>
          <a:noFill/>
          <a:ln w="12700">
            <a:solidFill>
              <a:prstClr val="black"/>
            </a:solidFill>
          </a:ln>
        </p:spPr>
      </p:sp>
      <p:sp>
        <p:nvSpPr>
          <p:cNvPr id="3" name="Notes Placeholder 2"/>
          <p:cNvSpPr>
            <a:spLocks noGrp="1"/>
          </p:cNvSpPr>
          <p:nvPr>
            <p:ph type="body" idx="1"/>
          </p:nvPr>
        </p:nvSpPr>
        <p:spPr/>
        <p:txBody>
          <a:bodyPr/>
          <a:lstStyle/>
          <a:p>
            <a:r>
              <a:rPr lang="en-IN"/>
              <a:t>This slide is self-explanatory</a:t>
            </a:r>
            <a:endParaRPr lang="en-US"/>
          </a:p>
        </p:txBody>
      </p:sp>
    </p:spTree>
    <p:extLst>
      <p:ext uri="{BB962C8B-B14F-4D97-AF65-F5344CB8AC3E}">
        <p14:creationId xmlns:p14="http://schemas.microsoft.com/office/powerpoint/2010/main" val="2538404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5:notes"/>
          <p:cNvSpPr txBox="1">
            <a:spLocks noGrp="1"/>
          </p:cNvSpPr>
          <p:nvPr>
            <p:ph type="body" idx="1"/>
          </p:nvPr>
        </p:nvSpPr>
        <p:spPr>
          <a:xfrm>
            <a:off x="670560" y="4327207"/>
            <a:ext cx="5364480" cy="3540443"/>
          </a:xfrm>
          <a:prstGeom prst="rect">
            <a:avLst/>
          </a:prstGeom>
        </p:spPr>
        <p:txBody>
          <a:bodyPr spcFirstLastPara="1" wrap="square" lIns="89679" tIns="44827" rIns="89679" bIns="44827" anchor="t" anchorCtr="0">
            <a:no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9600" dirty="0"/>
              <a:t>Let’s understand the architecture of the transformer model</a:t>
            </a:r>
          </a:p>
          <a:p>
            <a:pPr>
              <a:spcAft>
                <a:spcPts val="800"/>
              </a:spcAft>
            </a:pPr>
            <a:endParaRPr lang="en-IN" sz="9600" dirty="0"/>
          </a:p>
        </p:txBody>
      </p:sp>
      <p:sp>
        <p:nvSpPr>
          <p:cNvPr id="193" name="Google Shape;193;p5: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11629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2400" b="1" dirty="0">
                <a:effectLst/>
                <a:latin typeface="Arial" panose="020B0604020202020204" pitchFamily="34" charset="0"/>
                <a:ea typeface="Arial" panose="020B0604020202020204" pitchFamily="34" charset="0"/>
              </a:rPr>
              <a:t>Instructor notes:</a:t>
            </a:r>
          </a:p>
          <a:p>
            <a:pPr marL="0" marR="0">
              <a:lnSpc>
                <a:spcPct val="115000"/>
              </a:lnSpc>
              <a:spcBef>
                <a:spcPts val="0"/>
              </a:spcBef>
              <a:spcAft>
                <a:spcPts val="0"/>
              </a:spcAft>
            </a:pPr>
            <a:endParaRPr lang="en-US" sz="2400" dirty="0">
              <a:effectLst/>
              <a:latin typeface="Arial" panose="020B0604020202020204" pitchFamily="34" charset="0"/>
              <a:ea typeface="Arial" panose="020B0604020202020204" pitchFamily="34" charset="0"/>
            </a:endParaRPr>
          </a:p>
          <a:p>
            <a:pPr marL="0" marR="0">
              <a:lnSpc>
                <a:spcPct val="115000"/>
              </a:lnSpc>
              <a:spcBef>
                <a:spcPts val="0"/>
              </a:spcBef>
              <a:spcAft>
                <a:spcPts val="0"/>
              </a:spcAft>
            </a:pPr>
            <a:r>
              <a:rPr lang="en-US" sz="3600" b="0" i="0" dirty="0">
                <a:solidFill>
                  <a:srgbClr val="0D0D0D"/>
                </a:solidFill>
                <a:effectLst/>
                <a:highlight>
                  <a:srgbClr val="FFFFFF"/>
                </a:highlight>
                <a:latin typeface="Söhne"/>
              </a:rPr>
              <a:t>The diagram describes a visual representation of a Transformer model being used for language translation, specifically translating from French to English.</a:t>
            </a:r>
          </a:p>
          <a:p>
            <a:pPr marL="0" marR="0">
              <a:lnSpc>
                <a:spcPct val="115000"/>
              </a:lnSpc>
              <a:spcBef>
                <a:spcPts val="0"/>
              </a:spcBef>
              <a:spcAft>
                <a:spcPts val="0"/>
              </a:spcAft>
            </a:pPr>
            <a:endParaRPr lang="en-US" sz="3600" b="0" i="0" dirty="0">
              <a:solidFill>
                <a:srgbClr val="0D0D0D"/>
              </a:solidFill>
              <a:effectLst/>
              <a:highlight>
                <a:srgbClr val="FFFFFF"/>
              </a:highlight>
              <a:latin typeface="Söhne"/>
              <a:ea typeface="Arial" panose="020B0604020202020204" pitchFamily="34" charset="0"/>
            </a:endParaRPr>
          </a:p>
          <a:p>
            <a:pPr algn="l"/>
            <a:r>
              <a:rPr lang="en-US" sz="3600" b="0" i="0" dirty="0">
                <a:solidFill>
                  <a:srgbClr val="0D0D0D"/>
                </a:solidFill>
                <a:effectLst/>
                <a:highlight>
                  <a:srgbClr val="FFFFFF"/>
                </a:highlight>
                <a:latin typeface="Söhne"/>
                <a:ea typeface="Arial" panose="020B0604020202020204" pitchFamily="34" charset="0"/>
              </a:rPr>
              <a:t>Let’s understand working:</a:t>
            </a:r>
            <a:br>
              <a:rPr lang="en-US" sz="3600" b="0" i="0" dirty="0">
                <a:solidFill>
                  <a:srgbClr val="0D0D0D"/>
                </a:solidFill>
                <a:effectLst/>
                <a:highlight>
                  <a:srgbClr val="FFFFFF"/>
                </a:highlight>
                <a:latin typeface="Söhne"/>
                <a:ea typeface="Arial" panose="020B0604020202020204" pitchFamily="34" charset="0"/>
              </a:rPr>
            </a:br>
            <a:br>
              <a:rPr lang="en-US" sz="3600" b="0" i="0" dirty="0">
                <a:solidFill>
                  <a:srgbClr val="0D0D0D"/>
                </a:solidFill>
                <a:effectLst/>
                <a:highlight>
                  <a:srgbClr val="FFFFFF"/>
                </a:highlight>
                <a:latin typeface="Söhne"/>
                <a:ea typeface="Arial" panose="020B0604020202020204" pitchFamily="34" charset="0"/>
              </a:rPr>
            </a:br>
            <a:r>
              <a:rPr lang="en-US" b="1" i="0" dirty="0">
                <a:solidFill>
                  <a:srgbClr val="0D0D0D"/>
                </a:solidFill>
                <a:effectLst/>
                <a:highlight>
                  <a:srgbClr val="FFFFFF"/>
                </a:highlight>
                <a:latin typeface="Söhne"/>
              </a:rPr>
              <a:t>Encoders</a:t>
            </a:r>
            <a:r>
              <a:rPr lang="en-US" b="0" i="0" dirty="0">
                <a:solidFill>
                  <a:srgbClr val="0D0D0D"/>
                </a:solidFill>
                <a:effectLst/>
                <a:highlight>
                  <a:srgbClr val="FFFFFF"/>
                </a:highlight>
                <a:latin typeface="Söhne"/>
              </a:rPr>
              <a:t>: The sequence of encoder layers processes the input sentence. Each encoder layer refines the representations of the input words, incorporating contextual information from the entire sentence. Typically, these layers use self-attention mechanisms and feed-forward networks to understand the relationships between all words in the input, irrespective of their distance from each other.</a:t>
            </a:r>
          </a:p>
          <a:p>
            <a:pPr algn="l">
              <a:buFont typeface="Arial" panose="020B0604020202020204" pitchFamily="34" charset="0"/>
              <a:buNone/>
            </a:pPr>
            <a:r>
              <a:rPr lang="en-US" b="1" i="0" dirty="0">
                <a:solidFill>
                  <a:srgbClr val="0D0D0D"/>
                </a:solidFill>
                <a:effectLst/>
                <a:highlight>
                  <a:srgbClr val="FFFFFF"/>
                </a:highlight>
                <a:latin typeface="Söhne"/>
              </a:rPr>
              <a:t>Decoders</a:t>
            </a:r>
            <a:r>
              <a:rPr lang="en-US" b="0" i="0" dirty="0">
                <a:solidFill>
                  <a:srgbClr val="0D0D0D"/>
                </a:solidFill>
                <a:effectLst/>
                <a:highlight>
                  <a:srgbClr val="FFFFFF"/>
                </a:highlight>
                <a:latin typeface="Söhne"/>
              </a:rPr>
              <a:t>: Correspondingly, the sequence of decoder layers generates the output translation one word at a time. Starting with an initial token (often something like &lt;start&gt;), each decoder layer uses:</a:t>
            </a:r>
          </a:p>
          <a:p>
            <a:pPr marL="742950" lvl="1" indent="-285750" algn="l">
              <a:buFont typeface="Arial" panose="020B0604020202020204" pitchFamily="34" charset="0"/>
              <a:buChar char="•"/>
            </a:pPr>
            <a:r>
              <a:rPr lang="en-US" b="1" i="0" dirty="0">
                <a:solidFill>
                  <a:srgbClr val="0D0D0D"/>
                </a:solidFill>
                <a:effectLst/>
                <a:highlight>
                  <a:srgbClr val="FFFFFF"/>
                </a:highlight>
                <a:latin typeface="Söhne"/>
              </a:rPr>
              <a:t>Self-Attention</a:t>
            </a:r>
            <a:r>
              <a:rPr lang="en-US" b="0" i="0" dirty="0">
                <a:solidFill>
                  <a:srgbClr val="0D0D0D"/>
                </a:solidFill>
                <a:effectLst/>
                <a:highlight>
                  <a:srgbClr val="FFFFFF"/>
                </a:highlight>
                <a:latin typeface="Söhne"/>
              </a:rPr>
              <a:t>: To ensure coherence and context within the output itself, focusing on what has been generated so far.</a:t>
            </a:r>
          </a:p>
          <a:p>
            <a:pPr marL="742950" lvl="1" indent="-285750" algn="l">
              <a:buFont typeface="Arial" panose="020B0604020202020204" pitchFamily="34" charset="0"/>
              <a:buChar char="•"/>
            </a:pPr>
            <a:r>
              <a:rPr lang="en-US" b="1" i="0" dirty="0">
                <a:solidFill>
                  <a:srgbClr val="0D0D0D"/>
                </a:solidFill>
                <a:effectLst/>
                <a:highlight>
                  <a:srgbClr val="FFFFFF"/>
                </a:highlight>
                <a:latin typeface="Söhne"/>
              </a:rPr>
              <a:t>Encoder-Decoder Attention</a:t>
            </a:r>
            <a:r>
              <a:rPr lang="en-US" b="0" i="0" dirty="0">
                <a:solidFill>
                  <a:srgbClr val="0D0D0D"/>
                </a:solidFill>
                <a:effectLst/>
                <a:highlight>
                  <a:srgbClr val="FFFFFF"/>
                </a:highlight>
                <a:latin typeface="Söhne"/>
              </a:rPr>
              <a:t>: To focus on relevant parts of the input sentence, drawing directly from the encoders' outputs. This mechanism helps the decoder determine which words in the French sentence are most relevant when predicting the next word in English.</a:t>
            </a:r>
          </a:p>
          <a:p>
            <a:pPr marL="0" marR="0">
              <a:lnSpc>
                <a:spcPct val="115000"/>
              </a:lnSpc>
              <a:spcBef>
                <a:spcPts val="0"/>
              </a:spcBef>
              <a:spcAft>
                <a:spcPts val="0"/>
              </a:spcAft>
            </a:pPr>
            <a:endParaRPr lang="en-US" sz="2400" dirty="0">
              <a:effectLst/>
              <a:latin typeface="Arial" panose="020B0604020202020204" pitchFamily="34" charset="0"/>
              <a:ea typeface="Arial" panose="020B0604020202020204" pitchFamily="34" charset="0"/>
            </a:endParaRP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478447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a:lnSpc>
                <a:spcPct val="115000"/>
              </a:lnSpc>
              <a:spcBef>
                <a:spcPts val="0"/>
              </a:spcBef>
              <a:spcAft>
                <a:spcPts val="0"/>
              </a:spcAft>
            </a:pPr>
            <a:r>
              <a:rPr lang="en-IN" sz="2400" dirty="0">
                <a:solidFill>
                  <a:srgbClr val="434343"/>
                </a:solidFill>
                <a:effectLst/>
                <a:highlight>
                  <a:srgbClr val="FFFFFF"/>
                </a:highlight>
                <a:latin typeface="Arial" panose="020B0604020202020204" pitchFamily="34" charset="0"/>
                <a:ea typeface="Arial" panose="020B0604020202020204" pitchFamily="34" charset="0"/>
              </a:rPr>
              <a:t>This slide is self-explanatory</a:t>
            </a:r>
            <a:endParaRPr lang="en-IN" sz="2400" dirty="0">
              <a:effectLst/>
              <a:latin typeface="Arial" panose="020B0604020202020204" pitchFamily="34" charset="0"/>
              <a:ea typeface="Arial" panose="020B0604020202020204" pitchFamily="34" charset="0"/>
            </a:endParaRP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484307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3600" b="1" dirty="0">
                <a:effectLst/>
                <a:latin typeface="Arial" panose="020B0604020202020204" pitchFamily="34" charset="0"/>
                <a:ea typeface="Arial" panose="020B0604020202020204" pitchFamily="34" charset="0"/>
              </a:rPr>
              <a:t>Instructor notes:</a:t>
            </a:r>
          </a:p>
          <a:p>
            <a:pPr marL="0" marR="0">
              <a:lnSpc>
                <a:spcPct val="115000"/>
              </a:lnSpc>
              <a:spcBef>
                <a:spcPts val="0"/>
              </a:spcBef>
              <a:spcAft>
                <a:spcPts val="0"/>
              </a:spcAft>
            </a:pPr>
            <a:endParaRPr lang="en-US" sz="3600" b="0" i="0" dirty="0">
              <a:solidFill>
                <a:srgbClr val="374151"/>
              </a:solidFill>
              <a:effectLst/>
              <a:latin typeface="Söhne"/>
            </a:endParaRPr>
          </a:p>
          <a:p>
            <a:pPr marL="0" marR="0">
              <a:lnSpc>
                <a:spcPct val="115000"/>
              </a:lnSpc>
              <a:spcBef>
                <a:spcPts val="0"/>
              </a:spcBef>
              <a:spcAft>
                <a:spcPts val="0"/>
              </a:spcAft>
            </a:pPr>
            <a:r>
              <a:rPr lang="en-US" sz="3600" b="0" i="0" dirty="0">
                <a:solidFill>
                  <a:srgbClr val="374151"/>
                </a:solidFill>
                <a:effectLst/>
                <a:latin typeface="Söhne"/>
              </a:rPr>
              <a:t>The architecture of a transformer model typically consists of multiple identical encoder and decoder layers stacked on top of each other. A common configuration may involve six or more of these layers, allowing for effective sequence processing and generation.</a:t>
            </a:r>
            <a:endParaRPr lang="en-IN" sz="2400" dirty="0">
              <a:effectLst/>
              <a:latin typeface="Arial" panose="020B0604020202020204" pitchFamily="34" charset="0"/>
              <a:ea typeface="Arial" panose="020B0604020202020204" pitchFamily="34" charset="0"/>
            </a:endParaRP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284674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look at how </a:t>
            </a:r>
            <a:r>
              <a:rPr lang="en-US" sz="1200" dirty="0"/>
              <a:t>transformer with text generation work</a:t>
            </a:r>
          </a:p>
          <a:p>
            <a:endParaRPr lang="en-IN" dirty="0"/>
          </a:p>
        </p:txBody>
      </p:sp>
      <p:sp>
        <p:nvSpPr>
          <p:cNvPr id="4" name="Slide Number Placeholder 3"/>
          <p:cNvSpPr>
            <a:spLocks noGrp="1"/>
          </p:cNvSpPr>
          <p:nvPr>
            <p:ph type="sldNum" sz="quarter" idx="5"/>
          </p:nvPr>
        </p:nvSpPr>
        <p:spPr/>
        <p:txBody>
          <a:bodyPr/>
          <a:lstStyle/>
          <a:p>
            <a:fld id="{0AC900C1-7326-4B4D-9C4E-22E7230B62CC}" type="slidenum">
              <a:rPr lang="en-US" smtClean="0"/>
              <a:t>26</a:t>
            </a:fld>
            <a:endParaRPr lang="en-US"/>
          </a:p>
        </p:txBody>
      </p:sp>
    </p:spTree>
    <p:extLst>
      <p:ext uri="{BB962C8B-B14F-4D97-AF65-F5344CB8AC3E}">
        <p14:creationId xmlns:p14="http://schemas.microsoft.com/office/powerpoint/2010/main" val="10207861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IN" sz="2400" dirty="0">
                <a:solidFill>
                  <a:srgbClr val="434343"/>
                </a:solidFill>
                <a:effectLst/>
                <a:highlight>
                  <a:srgbClr val="FFFFFF"/>
                </a:highlight>
                <a:latin typeface="Arial" panose="020B0604020202020204" pitchFamily="34" charset="0"/>
                <a:ea typeface="Arial" panose="020B0604020202020204" pitchFamily="34" charset="0"/>
              </a:rPr>
              <a:t>This slide is self-explanatory</a:t>
            </a:r>
            <a:endParaRPr lang="en-IN" sz="2400" dirty="0">
              <a:effectLst/>
              <a:latin typeface="Arial" panose="020B0604020202020204" pitchFamily="34" charset="0"/>
              <a:ea typeface="Arial" panose="020B0604020202020204" pitchFamily="34" charset="0"/>
            </a:endParaRPr>
          </a:p>
          <a:p>
            <a:pPr marL="0" marR="0" algn="l">
              <a:lnSpc>
                <a:spcPct val="115000"/>
              </a:lnSpc>
              <a:spcBef>
                <a:spcPts val="0"/>
              </a:spcBef>
              <a:spcAft>
                <a:spcPts val="0"/>
              </a:spcAft>
            </a:pPr>
            <a:endParaRPr lang="en-IN" sz="2400" dirty="0">
              <a:effectLst/>
              <a:latin typeface="Arial" panose="020B0604020202020204" pitchFamily="34" charset="0"/>
              <a:ea typeface="Arial" panose="020B0604020202020204" pitchFamily="34" charset="0"/>
            </a:endParaRP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931398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IN" sz="2400" dirty="0">
                <a:solidFill>
                  <a:srgbClr val="434343"/>
                </a:solidFill>
                <a:effectLst/>
                <a:highlight>
                  <a:srgbClr val="FFFFFF"/>
                </a:highlight>
                <a:latin typeface="Arial" panose="020B0604020202020204" pitchFamily="34" charset="0"/>
                <a:ea typeface="Arial" panose="020B0604020202020204" pitchFamily="34" charset="0"/>
              </a:rPr>
              <a:t>This slide is self-explanatory</a:t>
            </a:r>
            <a:endParaRPr lang="en-IN" sz="2400" dirty="0">
              <a:effectLst/>
              <a:latin typeface="Arial" panose="020B0604020202020204" pitchFamily="34" charset="0"/>
              <a:ea typeface="Arial" panose="020B0604020202020204" pitchFamily="34" charset="0"/>
            </a:endParaRPr>
          </a:p>
          <a:p>
            <a:pPr marL="0" marR="0" algn="l">
              <a:lnSpc>
                <a:spcPct val="115000"/>
              </a:lnSpc>
              <a:spcBef>
                <a:spcPts val="0"/>
              </a:spcBef>
              <a:spcAft>
                <a:spcPts val="0"/>
              </a:spcAft>
            </a:pPr>
            <a:endParaRPr lang="en-IN" sz="2400" dirty="0">
              <a:effectLst/>
              <a:latin typeface="Arial" panose="020B0604020202020204" pitchFamily="34" charset="0"/>
              <a:ea typeface="Arial" panose="020B0604020202020204" pitchFamily="34" charset="0"/>
            </a:endParaRP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191078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IN" sz="2400" dirty="0">
                <a:solidFill>
                  <a:srgbClr val="434343"/>
                </a:solidFill>
                <a:effectLst/>
                <a:highlight>
                  <a:srgbClr val="FFFFFF"/>
                </a:highlight>
                <a:latin typeface="Arial" panose="020B0604020202020204" pitchFamily="34" charset="0"/>
                <a:ea typeface="Arial" panose="020B0604020202020204" pitchFamily="34" charset="0"/>
              </a:rPr>
              <a:t>This slide is self-explanatory</a:t>
            </a:r>
            <a:endParaRPr lang="en-IN" sz="2400" dirty="0">
              <a:effectLst/>
              <a:latin typeface="Arial" panose="020B0604020202020204" pitchFamily="34" charset="0"/>
              <a:ea typeface="Arial" panose="020B0604020202020204" pitchFamily="34" charset="0"/>
            </a:endParaRPr>
          </a:p>
          <a:p>
            <a:pPr marL="0" marR="0">
              <a:lnSpc>
                <a:spcPct val="115000"/>
              </a:lnSpc>
              <a:spcBef>
                <a:spcPts val="0"/>
              </a:spcBef>
              <a:spcAft>
                <a:spcPts val="0"/>
              </a:spcAft>
            </a:pPr>
            <a:endParaRPr lang="en-IN" sz="2400" dirty="0">
              <a:effectLst/>
              <a:latin typeface="Arial" panose="020B0604020202020204" pitchFamily="34" charset="0"/>
              <a:ea typeface="Arial" panose="020B0604020202020204" pitchFamily="34" charset="0"/>
            </a:endParaRP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753888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IN" sz="2400" dirty="0">
                <a:solidFill>
                  <a:srgbClr val="434343"/>
                </a:solidFill>
                <a:effectLst/>
                <a:highlight>
                  <a:srgbClr val="FFFFFF"/>
                </a:highlight>
                <a:latin typeface="Arial" panose="020B0604020202020204" pitchFamily="34" charset="0"/>
                <a:ea typeface="Arial" panose="020B0604020202020204" pitchFamily="34" charset="0"/>
              </a:rPr>
              <a:t>This slide is self-explanatory</a:t>
            </a:r>
            <a:endParaRPr lang="en-IN" sz="2400" dirty="0">
              <a:effectLst/>
              <a:latin typeface="Arial" panose="020B0604020202020204" pitchFamily="34" charset="0"/>
              <a:ea typeface="Arial" panose="020B0604020202020204" pitchFamily="34" charset="0"/>
            </a:endParaRPr>
          </a:p>
          <a:p>
            <a:pPr marL="0" marR="0">
              <a:lnSpc>
                <a:spcPct val="115000"/>
              </a:lnSpc>
              <a:spcBef>
                <a:spcPts val="0"/>
              </a:spcBef>
              <a:spcAft>
                <a:spcPts val="0"/>
              </a:spcAft>
            </a:pPr>
            <a:endParaRPr lang="en-IN" sz="2400" dirty="0">
              <a:effectLst/>
              <a:latin typeface="Arial" panose="020B0604020202020204" pitchFamily="34" charset="0"/>
              <a:ea typeface="Arial" panose="020B0604020202020204" pitchFamily="34" charset="0"/>
            </a:endParaRP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527914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IN" sz="2400" dirty="0">
                <a:solidFill>
                  <a:srgbClr val="434343"/>
                </a:solidFill>
                <a:effectLst/>
                <a:highlight>
                  <a:srgbClr val="FFFFFF"/>
                </a:highlight>
                <a:latin typeface="Arial" panose="020B0604020202020204" pitchFamily="34" charset="0"/>
                <a:ea typeface="Arial" panose="020B0604020202020204" pitchFamily="34" charset="0"/>
              </a:rPr>
              <a:t>This slide is self-explanatory</a:t>
            </a:r>
            <a:endParaRPr lang="en-IN" sz="2400" dirty="0">
              <a:effectLst/>
              <a:latin typeface="Arial" panose="020B0604020202020204" pitchFamily="34" charset="0"/>
              <a:ea typeface="Arial" panose="020B0604020202020204" pitchFamily="34" charset="0"/>
            </a:endParaRPr>
          </a:p>
          <a:p>
            <a:pPr marL="0" marR="0">
              <a:lnSpc>
                <a:spcPct val="115000"/>
              </a:lnSpc>
              <a:spcBef>
                <a:spcPts val="0"/>
              </a:spcBef>
              <a:spcAft>
                <a:spcPts val="0"/>
              </a:spcAft>
            </a:pPr>
            <a:endParaRPr lang="en-IN" sz="2400" dirty="0">
              <a:effectLst/>
              <a:latin typeface="Arial" panose="020B0604020202020204" pitchFamily="34" charset="0"/>
              <a:ea typeface="Arial" panose="020B0604020202020204" pitchFamily="34" charset="0"/>
            </a:endParaRP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000557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IN" sz="2400" dirty="0">
                <a:solidFill>
                  <a:srgbClr val="434343"/>
                </a:solidFill>
                <a:effectLst/>
                <a:highlight>
                  <a:srgbClr val="FFFFFF"/>
                </a:highlight>
                <a:latin typeface="Arial" panose="020B0604020202020204" pitchFamily="34" charset="0"/>
                <a:ea typeface="Arial" panose="020B0604020202020204" pitchFamily="34" charset="0"/>
              </a:rPr>
              <a:t>This slide is self-explanatory</a:t>
            </a:r>
            <a:endParaRPr lang="en-IN" sz="2400" dirty="0">
              <a:effectLst/>
              <a:latin typeface="Arial" panose="020B0604020202020204" pitchFamily="34" charset="0"/>
              <a:ea typeface="Arial" panose="020B0604020202020204" pitchFamily="34" charset="0"/>
            </a:endParaRPr>
          </a:p>
          <a:p>
            <a:pPr marL="0" marR="0">
              <a:lnSpc>
                <a:spcPct val="115000"/>
              </a:lnSpc>
              <a:spcBef>
                <a:spcPts val="0"/>
              </a:spcBef>
              <a:spcAft>
                <a:spcPts val="0"/>
              </a:spcAft>
            </a:pPr>
            <a:endParaRPr lang="en-IN" sz="2400" dirty="0">
              <a:effectLst/>
              <a:latin typeface="Arial" panose="020B0604020202020204" pitchFamily="34" charset="0"/>
              <a:ea typeface="Arial" panose="020B0604020202020204" pitchFamily="34" charset="0"/>
            </a:endParaRP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197856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5:notes"/>
          <p:cNvSpPr txBox="1">
            <a:spLocks noGrp="1"/>
          </p:cNvSpPr>
          <p:nvPr>
            <p:ph type="body" idx="1"/>
          </p:nvPr>
        </p:nvSpPr>
        <p:spPr>
          <a:xfrm>
            <a:off x="670560" y="4327207"/>
            <a:ext cx="5364480" cy="3540443"/>
          </a:xfrm>
          <a:prstGeom prst="rect">
            <a:avLst/>
          </a:prstGeom>
        </p:spPr>
        <p:txBody>
          <a:bodyPr spcFirstLastPara="1" wrap="square" lIns="89679" tIns="44827" rIns="89679" bIns="44827" anchor="t" anchorCtr="0">
            <a:noAutofit/>
          </a:bodyPr>
          <a:lstStyle/>
          <a:p>
            <a:pPr marR="0">
              <a:spcAft>
                <a:spcPts val="800"/>
              </a:spcAft>
            </a:pPr>
            <a:r>
              <a:rPr lang="en-US" sz="9600" dirty="0"/>
              <a:t>Let’s now look at BERT Model and its use case</a:t>
            </a:r>
            <a:endParaRPr lang="en-IN" sz="9600" dirty="0"/>
          </a:p>
        </p:txBody>
      </p:sp>
      <p:sp>
        <p:nvSpPr>
          <p:cNvPr id="193" name="Google Shape;193;p5: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99950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2400" b="1" dirty="0">
                <a:effectLst/>
                <a:latin typeface="Arial" panose="020B0604020202020204" pitchFamily="34" charset="0"/>
                <a:ea typeface="Arial" panose="020B0604020202020204" pitchFamily="34" charset="0"/>
              </a:rPr>
              <a:t>Instructor notes:</a:t>
            </a:r>
          </a:p>
          <a:p>
            <a:pPr marL="0" marR="0">
              <a:lnSpc>
                <a:spcPct val="115000"/>
              </a:lnSpc>
              <a:spcBef>
                <a:spcPts val="0"/>
              </a:spcBef>
              <a:spcAft>
                <a:spcPts val="0"/>
              </a:spcAft>
            </a:pPr>
            <a:endParaRPr lang="en-US" sz="2400" dirty="0">
              <a:effectLst/>
              <a:latin typeface="Arial" panose="020B0604020202020204" pitchFamily="34" charset="0"/>
              <a:ea typeface="Arial" panose="020B0604020202020204" pitchFamily="34" charset="0"/>
            </a:endParaRPr>
          </a:p>
          <a:p>
            <a:pPr marL="0" marR="0">
              <a:lnSpc>
                <a:spcPct val="115000"/>
              </a:lnSpc>
              <a:spcBef>
                <a:spcPts val="0"/>
              </a:spcBef>
              <a:spcAft>
                <a:spcPts val="0"/>
              </a:spcAft>
            </a:pPr>
            <a:r>
              <a:rPr lang="en-US" sz="3600" b="0" i="0" dirty="0">
                <a:solidFill>
                  <a:srgbClr val="0D0D0D"/>
                </a:solidFill>
                <a:effectLst/>
                <a:highlight>
                  <a:srgbClr val="FFFFFF"/>
                </a:highlight>
                <a:latin typeface="Söhne"/>
              </a:rPr>
              <a:t>The Transformer is a more general architecture that includes both encoding and decoding capabilities, ideal for tasks like translation. BERT, on the other hand, is an application of the Transformer's encoding mechanism, optimized for understanding the context of language in a bidirectional way, and adaptable to a broad range of NLP tasks.</a:t>
            </a:r>
            <a:endParaRPr lang="en-IN" sz="2400" dirty="0">
              <a:effectLst/>
              <a:latin typeface="Arial" panose="020B0604020202020204" pitchFamily="34" charset="0"/>
              <a:ea typeface="Arial" panose="020B0604020202020204" pitchFamily="34" charset="0"/>
            </a:endParaRP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113311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3600" b="1" dirty="0">
                <a:effectLst/>
                <a:latin typeface="Arial" panose="020B0604020202020204" pitchFamily="34" charset="0"/>
                <a:ea typeface="Arial" panose="020B0604020202020204" pitchFamily="34" charset="0"/>
              </a:rPr>
              <a:t>Instructor notes:</a:t>
            </a:r>
          </a:p>
          <a:p>
            <a:pPr marL="0" marR="0">
              <a:lnSpc>
                <a:spcPct val="115000"/>
              </a:lnSpc>
              <a:spcBef>
                <a:spcPts val="0"/>
              </a:spcBef>
              <a:spcAft>
                <a:spcPts val="0"/>
              </a:spcAft>
            </a:pPr>
            <a:endParaRPr lang="en-US" sz="3600" b="0" i="0" dirty="0">
              <a:solidFill>
                <a:srgbClr val="374151"/>
              </a:solidFill>
              <a:effectLst/>
              <a:latin typeface="Söhne"/>
            </a:endParaRPr>
          </a:p>
          <a:p>
            <a:pPr marL="0" marR="0">
              <a:lnSpc>
                <a:spcPct val="115000"/>
              </a:lnSpc>
              <a:spcBef>
                <a:spcPts val="0"/>
              </a:spcBef>
              <a:spcAft>
                <a:spcPts val="0"/>
              </a:spcAft>
            </a:pPr>
            <a:r>
              <a:rPr lang="en-US" sz="3600" b="0" i="0" dirty="0">
                <a:solidFill>
                  <a:srgbClr val="374151"/>
                </a:solidFill>
                <a:effectLst/>
                <a:latin typeface="Söhne"/>
              </a:rPr>
              <a:t>BERT uses the Transformer model's encoder for its underlying architecture. The Transformer model's self-attention mechanism allows BERT to weigh the importance of different words in the sentence when encoding each word. This provides a context-rich representation for each word that takes into account the interdependencies between words, regardless of their positions in the sentence.</a:t>
            </a:r>
            <a:endParaRPr lang="en-IN" sz="2400" dirty="0">
              <a:effectLst/>
              <a:latin typeface="Arial" panose="020B0604020202020204" pitchFamily="34" charset="0"/>
              <a:ea typeface="Arial" panose="020B0604020202020204" pitchFamily="34" charset="0"/>
            </a:endParaRP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973475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2400" b="1" dirty="0">
                <a:effectLst/>
                <a:latin typeface="Arial" panose="020B0604020202020204" pitchFamily="34" charset="0"/>
                <a:ea typeface="Arial" panose="020B0604020202020204" pitchFamily="34" charset="0"/>
              </a:rPr>
              <a:t>Instructor notes:</a:t>
            </a:r>
          </a:p>
          <a:p>
            <a:pPr marL="0" marR="0">
              <a:lnSpc>
                <a:spcPct val="115000"/>
              </a:lnSpc>
              <a:spcBef>
                <a:spcPts val="0"/>
              </a:spcBef>
              <a:spcAft>
                <a:spcPts val="0"/>
              </a:spcAft>
            </a:pPr>
            <a:endParaRPr lang="en-US" sz="2400" dirty="0">
              <a:effectLst/>
              <a:latin typeface="Arial" panose="020B0604020202020204" pitchFamily="34" charset="0"/>
              <a:ea typeface="Arial" panose="020B0604020202020204" pitchFamily="34" charset="0"/>
            </a:endParaRPr>
          </a:p>
          <a:p>
            <a:pPr algn="l"/>
            <a:r>
              <a:rPr lang="en-US" sz="3600" b="0" i="0" dirty="0">
                <a:solidFill>
                  <a:srgbClr val="0D0D0D"/>
                </a:solidFill>
                <a:effectLst/>
                <a:highlight>
                  <a:srgbClr val="FFFFFF"/>
                </a:highlight>
                <a:latin typeface="Söhne"/>
              </a:rPr>
              <a:t>Masked Language Modeling is a pre-training task used to train BERT. Here’s how it works:</a:t>
            </a:r>
          </a:p>
          <a:p>
            <a:pPr algn="l"/>
            <a:endParaRPr lang="en-US" sz="3600" b="0" i="0" dirty="0">
              <a:solidFill>
                <a:srgbClr val="0D0D0D"/>
              </a:solidFill>
              <a:effectLst/>
              <a:highlight>
                <a:srgbClr val="FFFFFF"/>
              </a:highlight>
              <a:latin typeface="Söhne"/>
            </a:endParaRPr>
          </a:p>
          <a:p>
            <a:pPr algn="l">
              <a:buFont typeface="+mj-lt"/>
              <a:buAutoNum type="arabicPeriod"/>
            </a:pPr>
            <a:r>
              <a:rPr lang="en-US" sz="3600" b="1" i="0" dirty="0">
                <a:solidFill>
                  <a:srgbClr val="0D0D0D"/>
                </a:solidFill>
                <a:effectLst/>
                <a:highlight>
                  <a:srgbClr val="FFFFFF"/>
                </a:highlight>
                <a:latin typeface="Söhne"/>
              </a:rPr>
              <a:t>Masking</a:t>
            </a:r>
            <a:r>
              <a:rPr lang="en-US" sz="3600" b="0" i="0" dirty="0">
                <a:solidFill>
                  <a:srgbClr val="0D0D0D"/>
                </a:solidFill>
                <a:effectLst/>
                <a:highlight>
                  <a:srgbClr val="FFFFFF"/>
                </a:highlight>
                <a:latin typeface="Söhne"/>
              </a:rPr>
              <a:t>: In the MLM task, 15% of the input tokens are randomly masked. For example, in the sentence "The quick brown fox jumps over the lazy dog," words like "brown" and "fox" might be replaced with a [MASK] token, so it becomes "The quick [MASK] [MASK] jumps over the lazy dog."</a:t>
            </a:r>
          </a:p>
          <a:p>
            <a:pPr algn="l">
              <a:buFont typeface="+mj-lt"/>
              <a:buAutoNum type="arabicPeriod"/>
            </a:pPr>
            <a:r>
              <a:rPr lang="en-US" sz="3600" b="1" i="0" dirty="0">
                <a:solidFill>
                  <a:srgbClr val="0D0D0D"/>
                </a:solidFill>
                <a:effectLst/>
                <a:highlight>
                  <a:srgbClr val="FFFFFF"/>
                </a:highlight>
                <a:latin typeface="Söhne"/>
              </a:rPr>
              <a:t>Contextual Prediction</a:t>
            </a:r>
            <a:r>
              <a:rPr lang="en-US" sz="3600" b="0" i="0" dirty="0">
                <a:solidFill>
                  <a:srgbClr val="0D0D0D"/>
                </a:solidFill>
                <a:effectLst/>
                <a:highlight>
                  <a:srgbClr val="FFFFFF"/>
                </a:highlight>
                <a:latin typeface="Söhne"/>
              </a:rPr>
              <a:t>: The goal of the model is then to predict the original value of the masked words based solely on their context. This means the model must understand the sentence structure, grammar, and vocabulary effectively.</a:t>
            </a:r>
          </a:p>
          <a:p>
            <a:pPr algn="l">
              <a:buFont typeface="+mj-lt"/>
              <a:buAutoNum type="arabicPeriod"/>
            </a:pPr>
            <a:r>
              <a:rPr lang="en-US" sz="3600" b="1" i="0" dirty="0">
                <a:solidFill>
                  <a:srgbClr val="0D0D0D"/>
                </a:solidFill>
                <a:effectLst/>
                <a:highlight>
                  <a:srgbClr val="FFFFFF"/>
                </a:highlight>
                <a:latin typeface="Söhne"/>
              </a:rPr>
              <a:t>Bidirectional Training</a:t>
            </a:r>
            <a:r>
              <a:rPr lang="en-US" sz="3600" b="0" i="0" dirty="0">
                <a:solidFill>
                  <a:srgbClr val="0D0D0D"/>
                </a:solidFill>
                <a:effectLst/>
                <a:highlight>
                  <a:srgbClr val="FFFFFF"/>
                </a:highlight>
                <a:latin typeface="Söhne"/>
              </a:rPr>
              <a:t>: Unlike unidirectional models that only predict each word based on the previous words, BERT’s use of MLM allows it to integrate context from both the left and the right side of a masked token. This is crucial for deeply understanding the language.</a:t>
            </a:r>
          </a:p>
          <a:p>
            <a:pPr marL="0" marR="0">
              <a:lnSpc>
                <a:spcPct val="115000"/>
              </a:lnSpc>
              <a:spcBef>
                <a:spcPts val="0"/>
              </a:spcBef>
              <a:spcAft>
                <a:spcPts val="0"/>
              </a:spcAft>
            </a:pPr>
            <a:endParaRPr lang="en-IN" sz="2400" dirty="0">
              <a:effectLst/>
              <a:latin typeface="Arial" panose="020B0604020202020204" pitchFamily="34" charset="0"/>
              <a:ea typeface="Arial" panose="020B0604020202020204" pitchFamily="34" charset="0"/>
            </a:endParaRP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969145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3600" b="1" dirty="0">
                <a:effectLst/>
                <a:latin typeface="Arial" panose="020B0604020202020204" pitchFamily="34" charset="0"/>
                <a:ea typeface="Arial" panose="020B0604020202020204" pitchFamily="34" charset="0"/>
              </a:rPr>
              <a:t>Instructor notes:</a:t>
            </a:r>
          </a:p>
          <a:p>
            <a:pPr algn="l">
              <a:buFont typeface="+mj-lt"/>
              <a:buAutoNum type="arabicPeriod"/>
            </a:pPr>
            <a:endParaRPr lang="en-US" sz="3600" b="0" i="0" dirty="0">
              <a:solidFill>
                <a:srgbClr val="374151"/>
              </a:solidFill>
              <a:effectLst/>
              <a:latin typeface="Söhne"/>
            </a:endParaRPr>
          </a:p>
          <a:p>
            <a:pPr algn="l">
              <a:buFont typeface="+mj-lt"/>
              <a:buAutoNum type="arabicPeriod"/>
            </a:pPr>
            <a:r>
              <a:rPr lang="en-US" sz="3600" b="0" i="0" dirty="0">
                <a:solidFill>
                  <a:srgbClr val="374151"/>
                </a:solidFill>
                <a:effectLst/>
                <a:latin typeface="Söhne"/>
              </a:rPr>
              <a:t>Text classification: BERT can be utilized to determine the nature of text, such as distinguishing between fraudulent and legitimate content.</a:t>
            </a:r>
          </a:p>
          <a:p>
            <a:pPr algn="l">
              <a:buFont typeface="+mj-lt"/>
              <a:buAutoNum type="arabicPeriod"/>
            </a:pPr>
            <a:r>
              <a:rPr lang="en-US" sz="3600" b="0" i="0" dirty="0">
                <a:solidFill>
                  <a:srgbClr val="374151"/>
                </a:solidFill>
                <a:effectLst/>
                <a:latin typeface="Söhne"/>
              </a:rPr>
              <a:t>Text generation: BERT can be applied to generate text, which is particularly useful for applications like chatbots where generating conversational responses is required.</a:t>
            </a: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854531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3600" b="1" dirty="0">
                <a:effectLst/>
                <a:latin typeface="Arial" panose="020B0604020202020204" pitchFamily="34" charset="0"/>
                <a:ea typeface="Arial" panose="020B0604020202020204" pitchFamily="34" charset="0"/>
              </a:rPr>
              <a:t>Instructor notes:</a:t>
            </a:r>
          </a:p>
          <a:p>
            <a:pPr algn="l">
              <a:buFont typeface="+mj-lt"/>
              <a:buNone/>
            </a:pPr>
            <a:endParaRPr lang="en-US" sz="3600" b="0" i="0" dirty="0">
              <a:solidFill>
                <a:srgbClr val="374151"/>
              </a:solidFill>
              <a:effectLst/>
              <a:latin typeface="Söhne"/>
            </a:endParaRPr>
          </a:p>
          <a:p>
            <a:pPr algn="l">
              <a:buFont typeface="+mj-lt"/>
              <a:buAutoNum type="arabicPeriod"/>
            </a:pPr>
            <a:r>
              <a:rPr lang="en-US" sz="3600" b="0" i="0" dirty="0">
                <a:solidFill>
                  <a:srgbClr val="374151"/>
                </a:solidFill>
                <a:effectLst/>
                <a:latin typeface="Söhne"/>
              </a:rPr>
              <a:t>Search engine optimizations: BERT can help enhance search engine results by improving the understanding of user queries and matching them with relevant content.</a:t>
            </a:r>
          </a:p>
          <a:p>
            <a:pPr algn="l">
              <a:buFont typeface="+mj-lt"/>
              <a:buAutoNum type="arabicPeriod"/>
            </a:pPr>
            <a:r>
              <a:rPr lang="en-US" sz="3600" b="0" i="0" dirty="0">
                <a:solidFill>
                  <a:srgbClr val="374151"/>
                </a:solidFill>
                <a:effectLst/>
                <a:latin typeface="Söhne"/>
              </a:rPr>
              <a:t>Question-answering (Q&amp;A) systems: BERT can be employed in setting up customer care support bots or other Q&amp;A systems to provide accurate and helpful responses to user queries.</a:t>
            </a: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569374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p20: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a:buSzPts val="1100"/>
            </a:pPr>
            <a:r>
              <a:rPr lang="en-IN"/>
              <a:t>Read the key takeaways.</a:t>
            </a:r>
            <a:endParaRPr/>
          </a:p>
        </p:txBody>
      </p:sp>
      <p:sp>
        <p:nvSpPr>
          <p:cNvPr id="972" name="Google Shape;972;p20: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txBox="1">
            <a:spLocks noGrp="1"/>
          </p:cNvSpPr>
          <p:nvPr>
            <p:ph type="body" idx="1"/>
          </p:nvPr>
        </p:nvSpPr>
        <p:spPr>
          <a:xfrm>
            <a:off x="670560" y="4327207"/>
            <a:ext cx="5364480" cy="3540443"/>
          </a:xfrm>
          <a:prstGeom prst="rect">
            <a:avLst/>
          </a:prstGeom>
        </p:spPr>
        <p:txBody>
          <a:bodyPr spcFirstLastPara="1" wrap="square" lIns="89679" tIns="44827" rIns="89679" bIns="44827" anchor="t" anchorCtr="0">
            <a:noAutofit/>
          </a:bodyPr>
          <a:lstStyle/>
          <a:p>
            <a:r>
              <a:rPr lang="en-IN"/>
              <a:t>Knowledge check</a:t>
            </a:r>
            <a:endParaRPr/>
          </a:p>
        </p:txBody>
      </p:sp>
      <p:sp>
        <p:nvSpPr>
          <p:cNvPr id="192" name="Google Shape;192;p7: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9:notes"/>
          <p:cNvSpPr txBox="1">
            <a:spLocks noGrp="1"/>
          </p:cNvSpPr>
          <p:nvPr>
            <p:ph type="body" idx="1"/>
          </p:nvPr>
        </p:nvSpPr>
        <p:spPr>
          <a:xfrm>
            <a:off x="670560" y="4327207"/>
            <a:ext cx="5364480" cy="3540443"/>
          </a:xfrm>
          <a:prstGeom prst="rect">
            <a:avLst/>
          </a:prstGeom>
        </p:spPr>
        <p:txBody>
          <a:bodyPr spcFirstLastPara="1" wrap="square" lIns="89679" tIns="44827" rIns="89679" bIns="44827" anchor="t" anchorCtr="0">
            <a:noAutofit/>
          </a:bodyPr>
          <a:lstStyle/>
          <a:p>
            <a:endParaRPr/>
          </a:p>
        </p:txBody>
      </p:sp>
      <p:sp>
        <p:nvSpPr>
          <p:cNvPr id="206" name="Google Shape;206;p9: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9:notes"/>
          <p:cNvSpPr txBox="1">
            <a:spLocks noGrp="1"/>
          </p:cNvSpPr>
          <p:nvPr>
            <p:ph type="body" idx="1"/>
          </p:nvPr>
        </p:nvSpPr>
        <p:spPr>
          <a:xfrm>
            <a:off x="670560" y="4327207"/>
            <a:ext cx="5364480" cy="3540443"/>
          </a:xfrm>
          <a:prstGeom prst="rect">
            <a:avLst/>
          </a:prstGeom>
        </p:spPr>
        <p:txBody>
          <a:bodyPr spcFirstLastPara="1" wrap="square" lIns="89679" tIns="44827" rIns="89679" bIns="44827" anchor="t" anchorCtr="0">
            <a:noAutofit/>
          </a:bodyPr>
          <a:lstStyle/>
          <a:p>
            <a:endParaRPr/>
          </a:p>
        </p:txBody>
      </p:sp>
      <p:sp>
        <p:nvSpPr>
          <p:cNvPr id="206" name="Google Shape;206;p9: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08334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p79:notes"/>
          <p:cNvSpPr txBox="1">
            <a:spLocks noGrp="1"/>
          </p:cNvSpPr>
          <p:nvPr>
            <p:ph type="body" idx="1"/>
          </p:nvPr>
        </p:nvSpPr>
        <p:spPr>
          <a:xfrm>
            <a:off x="670560" y="4327207"/>
            <a:ext cx="5364480" cy="3540443"/>
          </a:xfrm>
          <a:prstGeom prst="rect">
            <a:avLst/>
          </a:prstGeom>
        </p:spPr>
        <p:txBody>
          <a:bodyPr spcFirstLastPara="1" wrap="square" lIns="89679" tIns="44827" rIns="89679" bIns="44827" anchor="t" anchorCtr="0">
            <a:noAutofit/>
          </a:bodyPr>
          <a:lstStyle/>
          <a:p>
            <a:r>
              <a:rPr lang="en-IN"/>
              <a:t>Thank you</a:t>
            </a:r>
            <a:endParaRPr/>
          </a:p>
        </p:txBody>
      </p:sp>
      <p:sp>
        <p:nvSpPr>
          <p:cNvPr id="771" name="Google Shape;771;p79: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74630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r>
              <a:rPr lang="en-US" sz="2400" b="0" dirty="0">
                <a:latin typeface="Arial"/>
                <a:ea typeface="Arial"/>
                <a:cs typeface="Arial"/>
              </a:rPr>
              <a:t>Let’s now look at GPT, a transformer model built only from decoders.</a:t>
            </a: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r>
              <a:rPr lang="en-US" sz="2400" b="1" dirty="0">
                <a:latin typeface="Arial"/>
                <a:ea typeface="Arial"/>
                <a:cs typeface="Arial"/>
              </a:rPr>
              <a:t>Instructor notes:</a:t>
            </a:r>
          </a:p>
          <a:p>
            <a:r>
              <a:rPr lang="en-US" sz="2400" b="0" dirty="0">
                <a:latin typeface="Arial"/>
                <a:ea typeface="Arial"/>
                <a:cs typeface="Arial"/>
              </a:rPr>
              <a:t>Contrast GPT with BERT: BERT keeps only the encoder stack and reads text in both directions, while GPT keeps only the decoder stack and reads text from left to right.</a:t>
            </a:r>
          </a:p>
          <a:p>
            <a:r>
              <a:rPr lang="en-US" sz="2400" b="0" dirty="0">
                <a:latin typeface="Arial"/>
                <a:ea typeface="Arial"/>
                <a:cs typeface="Arial"/>
              </a:rPr>
              <a:t>Because each word can only see the words before it, GPT is naturally suited to generating text one word at a time.</a:t>
            </a: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r>
              <a:rPr lang="en-US" sz="2400" b="1" dirty="0">
                <a:latin typeface="Arial"/>
                <a:ea typeface="Arial"/>
                <a:cs typeface="Arial"/>
              </a:rPr>
              <a:t>Instructor notes:</a:t>
            </a:r>
          </a:p>
          <a:p>
            <a:r>
              <a:rPr lang="en-US" sz="2400" b="0" dirty="0">
                <a:latin typeface="Arial"/>
                <a:ea typeface="Arial"/>
                <a:cs typeface="Arial"/>
              </a:rPr>
              <a:t>Walk through the diagram from bottom to top. The input words are embedded, given positional information, and passed through the decoder stack.</a:t>
            </a:r>
          </a:p>
          <a:p>
            <a:r>
              <a:rPr lang="en-US" sz="2400" b="0" dirty="0">
                <a:latin typeface="Arial"/>
                <a:ea typeface="Arial"/>
                <a:cs typeface="Arial"/>
              </a:rPr>
              <a:t>At every position, the model outputs a probability distribution over the vocabulary and predicts the next word. For example, after reading “The cat sat on the”, it predicts “mat”.</a:t>
            </a: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r>
              <a:rPr lang="en-US" sz="2400" b="1" dirty="0">
                <a:latin typeface="Arial"/>
                <a:ea typeface="Arial"/>
                <a:cs typeface="Arial"/>
              </a:rPr>
              <a:t>Instructor notes:</a:t>
            </a:r>
          </a:p>
          <a:p>
            <a:r>
              <a:rPr lang="en-US" sz="2400" b="0" dirty="0">
                <a:latin typeface="Arial"/>
                <a:ea typeface="Arial"/>
                <a:cs typeface="Arial"/>
              </a:rPr>
              <a:t>Causal Language Modeling works as follows:</a:t>
            </a:r>
          </a:p>
          <a:p>
            <a:r>
              <a:rPr lang="en-US" sz="2400" b="0" dirty="0">
                <a:latin typeface="Arial"/>
                <a:ea typeface="Arial"/>
                <a:cs typeface="Arial"/>
              </a:rPr>
              <a:t>1. Masking the future: A causal mask blocks each position from attending to later words, so the model cannot peek ahead.</a:t>
            </a:r>
          </a:p>
          <a:p>
            <a:r>
              <a:rPr lang="en-US" sz="2400" b="0" dirty="0">
                <a:latin typeface="Arial"/>
                <a:ea typeface="Arial"/>
                <a:cs typeface="Arial"/>
              </a:rPr>
              <a:t>2. Next-word prediction: At every position, the model predicts the next word, so one sentence provides many training examples.</a:t>
            </a:r>
          </a:p>
          <a:p>
            <a:r>
              <a:rPr lang="en-US" sz="2400" b="0" dirty="0">
                <a:latin typeface="Arial"/>
                <a:ea typeface="Arial"/>
                <a:cs typeface="Arial"/>
              </a:rPr>
              <a:t>3. Unidirectional context: Unlike BERT’s MLM, GPT uses only the left context. This makes it weaker at some understanding tasks but ideal for generation.</a:t>
            </a: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r>
              <a:rPr lang="en-US" sz="2400" b="1" dirty="0">
                <a:latin typeface="Arial"/>
                <a:ea typeface="Arial"/>
                <a:cs typeface="Arial"/>
              </a:rPr>
              <a:t>Instructor notes:</a:t>
            </a:r>
          </a:p>
          <a:p>
            <a:r>
              <a:rPr lang="en-US" sz="2400" b="0" dirty="0">
                <a:latin typeface="Arial"/>
                <a:ea typeface="Arial"/>
                <a:cs typeface="Arial"/>
              </a:rPr>
              <a:t>Text generation: GPT can continue a prompt to write articles, stories, emails, or product descriptions.</a:t>
            </a:r>
          </a:p>
          <a:p>
            <a:r>
              <a:rPr lang="en-US" sz="2400" b="0" dirty="0">
                <a:latin typeface="Arial"/>
                <a:ea typeface="Arial"/>
                <a:cs typeface="Arial"/>
              </a:rPr>
              <a:t>Conversational AI: GPT-based models power chatbots and virtual assistants that respond naturally in a dialogue.</a:t>
            </a: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r>
              <a:rPr lang="en-US" sz="2400" b="1" dirty="0">
                <a:latin typeface="Arial"/>
                <a:ea typeface="Arial"/>
                <a:cs typeface="Arial"/>
              </a:rPr>
              <a:t>Instructor notes:</a:t>
            </a:r>
          </a:p>
          <a:p>
            <a:r>
              <a:rPr lang="en-US" sz="2400" b="0" dirty="0">
                <a:latin typeface="Arial"/>
                <a:ea typeface="Arial"/>
                <a:cs typeface="Arial"/>
              </a:rPr>
              <a:t>Code generation: Trained on source code, GPT models can write, complete, and explain code from plain-language instructions.</a:t>
            </a:r>
          </a:p>
          <a:p>
            <a:r>
              <a:rPr lang="en-US" sz="2400" b="0" dirty="0">
                <a:latin typeface="Arial"/>
                <a:ea typeface="Arial"/>
                <a:cs typeface="Arial"/>
              </a:rPr>
              <a:t>Text summarization: GPT can condense long reports or articles into short summaries when prompted to do so.</a:t>
            </a: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r>
              <a:rPr lang="en-US" sz="2400" b="0" dirty="0">
                <a:latin typeface="Arial"/>
                <a:ea typeface="Arial"/>
                <a:cs typeface="Arial"/>
              </a:rPr>
              <a:t>Let’s now look at T5, a transformer model that uses both an encoder and a decoder.</a:t>
            </a: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r>
              <a:rPr lang="en-US" sz="2400" b="1" dirty="0">
                <a:latin typeface="Arial"/>
                <a:ea typeface="Arial"/>
                <a:cs typeface="Arial"/>
              </a:rPr>
              <a:t>Instructor notes:</a:t>
            </a:r>
          </a:p>
          <a:p>
            <a:r>
              <a:rPr lang="en-US" sz="2400" b="0" dirty="0">
                <a:latin typeface="Arial"/>
                <a:ea typeface="Arial"/>
                <a:cs typeface="Arial"/>
              </a:rPr>
              <a:t>T5 keeps the full encoder–decoder architecture of the original transformer.</a:t>
            </a:r>
          </a:p>
          <a:p>
            <a:r>
              <a:rPr lang="en-US" sz="2400" b="0" dirty="0">
                <a:latin typeface="Arial"/>
                <a:ea typeface="Arial"/>
                <a:cs typeface="Arial"/>
              </a:rPr>
              <a:t>Its key idea is the text-to-text format: every task, whether translation, summarization, or classification, is framed as feeding text in and getting text out. A short prefix in the input tells the model which task to perform.</a:t>
            </a: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r>
              <a:rPr lang="en-US" sz="2400" b="1" dirty="0">
                <a:latin typeface="Arial"/>
                <a:ea typeface="Arial"/>
                <a:cs typeface="Arial"/>
              </a:rPr>
              <a:t>Instructor notes:</a:t>
            </a:r>
          </a:p>
          <a:p>
            <a:r>
              <a:rPr lang="en-US" sz="2400" b="0" dirty="0">
                <a:latin typeface="Arial"/>
                <a:ea typeface="Arial"/>
                <a:cs typeface="Arial"/>
              </a:rPr>
              <a:t>Walk through the diagram from bottom to top. Spans of the original sentence are removed and replaced with sentinel tokens such as &lt;X&gt; and &lt;Y&gt;.</a:t>
            </a:r>
          </a:p>
          <a:p>
            <a:r>
              <a:rPr lang="en-US" sz="2400" b="0" dirty="0">
                <a:latin typeface="Arial"/>
                <a:ea typeface="Arial"/>
                <a:cs typeface="Arial"/>
              </a:rPr>
              <a:t>The encoder reads the corrupted sentence, and the decoder generates only the missing spans, each introduced by its sentinel token.</a:t>
            </a: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r>
              <a:rPr lang="en-US" sz="2400" b="1" dirty="0">
                <a:latin typeface="Arial"/>
                <a:ea typeface="Arial"/>
                <a:cs typeface="Arial"/>
              </a:rPr>
              <a:t>Instructor notes:</a:t>
            </a:r>
          </a:p>
          <a:p>
            <a:r>
              <a:rPr lang="en-US" sz="2400" b="0" dirty="0">
                <a:latin typeface="Arial"/>
                <a:ea typeface="Arial"/>
                <a:cs typeface="Arial"/>
              </a:rPr>
              <a:t>Span corruption works as follows:</a:t>
            </a:r>
          </a:p>
          <a:p>
            <a:r>
              <a:rPr lang="en-US" sz="2400" b="0" dirty="0">
                <a:latin typeface="Arial"/>
                <a:ea typeface="Arial"/>
                <a:cs typeface="Arial"/>
              </a:rPr>
              <a:t>1. Corrupting spans: About 15% of the tokens are dropped in short, contiguous spans, and each span is replaced with one sentinel token.</a:t>
            </a:r>
          </a:p>
          <a:p>
            <a:r>
              <a:rPr lang="en-US" sz="2400" b="0" dirty="0">
                <a:latin typeface="Arial"/>
                <a:ea typeface="Arial"/>
                <a:cs typeface="Arial"/>
              </a:rPr>
              <a:t>2. Shorter targets: The decoder outputs only the missing spans rather than the whole sentence, which makes training efficient.</a:t>
            </a:r>
          </a:p>
          <a:p>
            <a:r>
              <a:rPr lang="en-US" sz="2400" b="0" dirty="0">
                <a:latin typeface="Arial"/>
                <a:ea typeface="Arial"/>
                <a:cs typeface="Arial"/>
              </a:rPr>
              <a:t>3. Comparison with BERT: BERT masks single tokens and predicts them in place, whereas T5 removes whole spans and generates them with its decoder.</a:t>
            </a: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r>
              <a:rPr lang="en-US" sz="2400" b="1" dirty="0">
                <a:latin typeface="Arial"/>
                <a:ea typeface="Arial"/>
                <a:cs typeface="Arial"/>
              </a:rPr>
              <a:t>Instructor notes:</a:t>
            </a:r>
          </a:p>
          <a:p>
            <a:r>
              <a:rPr lang="en-US" sz="2400" b="0" dirty="0">
                <a:latin typeface="Arial"/>
                <a:ea typeface="Arial"/>
                <a:cs typeface="Arial"/>
              </a:rPr>
              <a:t>Machine translation: With a prefix such as “translate English to French:”, T5 generates the translated sentence.</a:t>
            </a:r>
          </a:p>
          <a:p>
            <a:r>
              <a:rPr lang="en-US" sz="2400" b="0" dirty="0">
                <a:latin typeface="Arial"/>
                <a:ea typeface="Arial"/>
                <a:cs typeface="Arial"/>
              </a:rPr>
              <a:t>Text summarization: With the “summarize:” prefix, T5 produces a short summary of a longer document.</a:t>
            </a: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r>
              <a:rPr lang="en-US" sz="2400" b="1" dirty="0">
                <a:latin typeface="Arial"/>
                <a:ea typeface="Arial"/>
                <a:cs typeface="Arial"/>
              </a:rPr>
              <a:t>Instructor notes:</a:t>
            </a:r>
          </a:p>
          <a:p>
            <a:r>
              <a:rPr lang="en-US" sz="2400" b="0" dirty="0">
                <a:latin typeface="Arial"/>
                <a:ea typeface="Arial"/>
                <a:cs typeface="Arial"/>
              </a:rPr>
              <a:t>Question answering: Given a question and a passage, T5 generates the answer as text.</a:t>
            </a:r>
          </a:p>
          <a:p>
            <a:r>
              <a:rPr lang="en-US" sz="2400" b="0" dirty="0">
                <a:latin typeface="Arial"/>
                <a:ea typeface="Arial"/>
                <a:cs typeface="Arial"/>
              </a:rPr>
              <a:t>Text classification: T5 outputs the class label itself as text, for example “positive” or “negative” for sentiment analysis.</a:t>
            </a:r>
          </a:p>
        </p:txBody>
      </p:sp>
      <p:sp>
        <p:nvSpPr>
          <p:cNvPr id="339" name="Google Shape;339;p43: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urse Name">
    <p:spTree>
      <p:nvGrpSpPr>
        <p:cNvPr id="1" name=""/>
        <p:cNvGrpSpPr/>
        <p:nvPr/>
      </p:nvGrpSpPr>
      <p:grpSpPr>
        <a:xfrm>
          <a:off x="0" y="0"/>
          <a:ext cx="0" cy="0"/>
          <a:chOff x="0" y="0"/>
          <a:chExt cx="0" cy="0"/>
        </a:xfrm>
      </p:grpSpPr>
      <p:pic>
        <p:nvPicPr>
          <p:cNvPr id="7" name="Google Shape;18;p22">
            <a:extLst>
              <a:ext uri="{FF2B5EF4-FFF2-40B4-BE49-F238E27FC236}">
                <a16:creationId xmlns:a16="http://schemas.microsoft.com/office/drawing/2014/main" id="{7B4145C4-EE9A-4056-4B60-0881CACD0193}"/>
              </a:ext>
            </a:extLst>
          </p:cNvPr>
          <p:cNvPicPr preferRelativeResize="0"/>
          <p:nvPr userDrawn="1"/>
        </p:nvPicPr>
        <p:blipFill>
          <a:blip r:embed="rId2"/>
          <a:srcRect/>
          <a:stretch/>
        </p:blipFill>
        <p:spPr>
          <a:xfrm>
            <a:off x="0" y="0"/>
            <a:ext cx="16255998" cy="9143999"/>
          </a:xfrm>
          <a:prstGeom prst="rect">
            <a:avLst/>
          </a:prstGeom>
          <a:noFill/>
          <a:ln>
            <a:noFill/>
          </a:ln>
        </p:spPr>
      </p:pic>
      <p:sp>
        <p:nvSpPr>
          <p:cNvPr id="8" name="Google Shape;24;p23">
            <a:extLst>
              <a:ext uri="{FF2B5EF4-FFF2-40B4-BE49-F238E27FC236}">
                <a16:creationId xmlns:a16="http://schemas.microsoft.com/office/drawing/2014/main" id="{CE57947D-DBAC-21DB-73BE-F78F1726973A}"/>
              </a:ext>
            </a:extLst>
          </p:cNvPr>
          <p:cNvSpPr txBox="1">
            <a:spLocks noGrp="1"/>
          </p:cNvSpPr>
          <p:nvPr>
            <p:ph type="body" idx="10"/>
          </p:nvPr>
        </p:nvSpPr>
        <p:spPr>
          <a:xfrm>
            <a:off x="653386" y="4114800"/>
            <a:ext cx="7835706" cy="914400"/>
          </a:xfrm>
          <a:prstGeom prst="rect">
            <a:avLst/>
          </a:prstGeom>
          <a:noFill/>
          <a:ln>
            <a:noFill/>
          </a:ln>
        </p:spPr>
        <p:txBody>
          <a:bodyPr spcFirstLastPara="1" wrap="square" lIns="91425" tIns="91425" rIns="91425" bIns="91425" anchor="t" anchorCtr="0">
            <a:noAutofit/>
          </a:bodyPr>
          <a:lstStyle>
            <a:lvl1pPr marL="228600" lvl="0" indent="0" algn="ctr">
              <a:lnSpc>
                <a:spcPct val="114000"/>
              </a:lnSpc>
              <a:spcBef>
                <a:spcPts val="1000"/>
              </a:spcBef>
              <a:spcAft>
                <a:spcPts val="0"/>
              </a:spcAft>
              <a:buSzPts val="2800"/>
              <a:buFont typeface="Arial" panose="020B0604020202020204" pitchFamily="34" charset="0"/>
              <a:buNone/>
              <a:defRPr sz="2800" b="1">
                <a:solidFill>
                  <a:srgbClr val="404040"/>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extLst>
      <p:ext uri="{BB962C8B-B14F-4D97-AF65-F5344CB8AC3E}">
        <p14:creationId xmlns:p14="http://schemas.microsoft.com/office/powerpoint/2010/main" val="2191628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esson Name" preserve="1" userDrawn="1">
  <p:cSld name="Lesson Name">
    <p:spTree>
      <p:nvGrpSpPr>
        <p:cNvPr id="1" name="Shape 20"/>
        <p:cNvGrpSpPr/>
        <p:nvPr/>
      </p:nvGrpSpPr>
      <p:grpSpPr>
        <a:xfrm>
          <a:off x="0" y="0"/>
          <a:ext cx="0" cy="0"/>
          <a:chOff x="0" y="0"/>
          <a:chExt cx="0" cy="0"/>
        </a:xfrm>
      </p:grpSpPr>
      <p:pic>
        <p:nvPicPr>
          <p:cNvPr id="21" name="Google Shape;21;p23"/>
          <p:cNvPicPr preferRelativeResize="0"/>
          <p:nvPr/>
        </p:nvPicPr>
        <p:blipFill>
          <a:blip r:embed="rId2"/>
          <a:srcRect/>
          <a:stretch/>
        </p:blipFill>
        <p:spPr>
          <a:xfrm>
            <a:off x="0" y="0"/>
            <a:ext cx="16255999" cy="9143999"/>
          </a:xfrm>
          <a:prstGeom prst="rect">
            <a:avLst/>
          </a:prstGeom>
          <a:noFill/>
          <a:ln>
            <a:noFill/>
          </a:ln>
        </p:spPr>
      </p:pic>
      <p:sp>
        <p:nvSpPr>
          <p:cNvPr id="2" name="Google Shape;24;p23">
            <a:extLst>
              <a:ext uri="{FF2B5EF4-FFF2-40B4-BE49-F238E27FC236}">
                <a16:creationId xmlns:a16="http://schemas.microsoft.com/office/drawing/2014/main" id="{0FE0BEE1-B2B3-D8AE-8B21-7B4BAC91C142}"/>
              </a:ext>
            </a:extLst>
          </p:cNvPr>
          <p:cNvSpPr txBox="1">
            <a:spLocks noGrp="1"/>
          </p:cNvSpPr>
          <p:nvPr>
            <p:ph type="body" idx="10"/>
          </p:nvPr>
        </p:nvSpPr>
        <p:spPr>
          <a:xfrm>
            <a:off x="653386" y="4114800"/>
            <a:ext cx="7835706" cy="914400"/>
          </a:xfrm>
          <a:prstGeom prst="rect">
            <a:avLst/>
          </a:prstGeom>
          <a:noFill/>
          <a:ln>
            <a:noFill/>
          </a:ln>
        </p:spPr>
        <p:txBody>
          <a:bodyPr spcFirstLastPara="1" wrap="square" lIns="91425" tIns="91425" rIns="91425" bIns="91425" anchor="t" anchorCtr="0">
            <a:noAutofit/>
          </a:bodyPr>
          <a:lstStyle>
            <a:lvl1pPr marL="228600" lvl="0" indent="0" algn="ctr">
              <a:lnSpc>
                <a:spcPct val="114000"/>
              </a:lnSpc>
              <a:spcBef>
                <a:spcPts val="1000"/>
              </a:spcBef>
              <a:spcAft>
                <a:spcPts val="0"/>
              </a:spcAft>
              <a:buSzPts val="2800"/>
              <a:buFont typeface="Arial" panose="020B0604020202020204" pitchFamily="34" charset="0"/>
              <a:buNone/>
              <a:defRPr sz="2800" b="1">
                <a:solidFill>
                  <a:srgbClr val="404040"/>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extLst>
      <p:ext uri="{BB962C8B-B14F-4D97-AF65-F5344CB8AC3E}">
        <p14:creationId xmlns:p14="http://schemas.microsoft.com/office/powerpoint/2010/main" val="2109918979"/>
      </p:ext>
    </p:extLst>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You Already Know" preserve="1" userDrawn="1">
  <p:cSld name="You Already Know">
    <p:spTree>
      <p:nvGrpSpPr>
        <p:cNvPr id="1" name="Shape 25"/>
        <p:cNvGrpSpPr/>
        <p:nvPr/>
      </p:nvGrpSpPr>
      <p:grpSpPr>
        <a:xfrm>
          <a:off x="0" y="0"/>
          <a:ext cx="0" cy="0"/>
          <a:chOff x="0" y="0"/>
          <a:chExt cx="0" cy="0"/>
        </a:xfrm>
      </p:grpSpPr>
      <p:pic>
        <p:nvPicPr>
          <p:cNvPr id="26" name="Google Shape;26;p24"/>
          <p:cNvPicPr preferRelativeResize="0"/>
          <p:nvPr/>
        </p:nvPicPr>
        <p:blipFill>
          <a:blip r:embed="rId2"/>
          <a:srcRect/>
          <a:stretch/>
        </p:blipFill>
        <p:spPr>
          <a:xfrm>
            <a:off x="0" y="0"/>
            <a:ext cx="16255999" cy="9143999"/>
          </a:xfrm>
          <a:prstGeom prst="rect">
            <a:avLst/>
          </a:prstGeom>
          <a:noFill/>
          <a:ln>
            <a:noFill/>
          </a:ln>
        </p:spPr>
      </p:pic>
      <p:sp>
        <p:nvSpPr>
          <p:cNvPr id="30" name="Google Shape;30;p24"/>
          <p:cNvSpPr/>
          <p:nvPr/>
        </p:nvSpPr>
        <p:spPr>
          <a:xfrm>
            <a:off x="5718038" y="322216"/>
            <a:ext cx="4819925"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lt1"/>
                </a:solidFill>
                <a:latin typeface="Open Sans"/>
                <a:ea typeface="Open Sans"/>
                <a:cs typeface="Open Sans"/>
                <a:sym typeface="Open Sans"/>
              </a:rPr>
              <a:t>You Already Know</a:t>
            </a:r>
            <a:endParaRPr sz="1400" b="0" i="0" u="none" strike="noStrike" cap="none">
              <a:solidFill>
                <a:srgbClr val="000000"/>
              </a:solidFill>
              <a:latin typeface="Arial"/>
              <a:ea typeface="Arial"/>
              <a:cs typeface="Arial"/>
              <a:sym typeface="Arial"/>
            </a:endParaRPr>
          </a:p>
        </p:txBody>
      </p:sp>
      <p:sp>
        <p:nvSpPr>
          <p:cNvPr id="2" name="Google Shape;29;p24">
            <a:extLst>
              <a:ext uri="{FF2B5EF4-FFF2-40B4-BE49-F238E27FC236}">
                <a16:creationId xmlns:a16="http://schemas.microsoft.com/office/drawing/2014/main" id="{45805213-5148-C374-0B6A-FBC7DF66B880}"/>
              </a:ext>
            </a:extLst>
          </p:cNvPr>
          <p:cNvSpPr txBox="1">
            <a:spLocks noGrp="1"/>
          </p:cNvSpPr>
          <p:nvPr>
            <p:ph type="body" idx="1"/>
          </p:nvPr>
        </p:nvSpPr>
        <p:spPr>
          <a:xfrm>
            <a:off x="1291858" y="2603120"/>
            <a:ext cx="13696998" cy="5527418"/>
          </a:xfrm>
          <a:prstGeom prst="rect">
            <a:avLst/>
          </a:prstGeom>
          <a:noFill/>
          <a:ln>
            <a:noFill/>
          </a:ln>
        </p:spPr>
        <p:txBody>
          <a:bodyPr spcFirstLastPara="1" vert="horz" wrap="square" lIns="91425" tIns="0" rIns="91425" bIns="0" rtlCol="0" anchor="t" anchorCtr="0">
            <a:normAutofit/>
          </a:bodyPr>
          <a:lstStyle>
            <a:lvl1pPr marL="0" indent="0">
              <a:buFont typeface="Arial" panose="020B0604020202020204" pitchFamily="34" charset="0"/>
              <a:buNone/>
              <a:defRPr dirty="0">
                <a:solidFill>
                  <a:srgbClr val="3F3F3F"/>
                </a:solidFill>
                <a:latin typeface="Open Sans"/>
                <a:ea typeface="Open Sans"/>
                <a:cs typeface="Open Sans"/>
              </a:defRPr>
            </a:lvl1pPr>
          </a:lstStyle>
          <a:p>
            <a:pPr lvl="0" algn="ctr">
              <a:lnSpc>
                <a:spcPct val="115000"/>
              </a:lnSpc>
              <a:spcBef>
                <a:spcPts val="0"/>
              </a:spcBef>
              <a:spcAft>
                <a:spcPts val="0"/>
              </a:spcAft>
              <a:buSzPts val="2800"/>
              <a:buFont typeface="Arial"/>
            </a:pPr>
            <a:endParaRPr/>
          </a:p>
        </p:txBody>
      </p:sp>
      <p:sp>
        <p:nvSpPr>
          <p:cNvPr id="5" name="Google Shape;73;p29">
            <a:extLst>
              <a:ext uri="{FF2B5EF4-FFF2-40B4-BE49-F238E27FC236}">
                <a16:creationId xmlns:a16="http://schemas.microsoft.com/office/drawing/2014/main" id="{A329659F-8931-D1BF-F644-B58CEC7A819F}"/>
              </a:ext>
            </a:extLst>
          </p:cNvPr>
          <p:cNvSpPr txBox="1">
            <a:spLocks noGrp="1"/>
          </p:cNvSpPr>
          <p:nvPr>
            <p:ph type="body" idx="10"/>
          </p:nvPr>
        </p:nvSpPr>
        <p:spPr>
          <a:xfrm>
            <a:off x="1291857" y="1512833"/>
            <a:ext cx="13696999" cy="903776"/>
          </a:xfrm>
          <a:prstGeom prst="rect">
            <a:avLst/>
          </a:prstGeom>
          <a:noFill/>
          <a:ln>
            <a:noFill/>
          </a:ln>
        </p:spPr>
        <p:txBody>
          <a:bodyPr spcFirstLastPara="1" wrap="square" lIns="91425" tIns="0" rIns="91425" bIns="0" anchor="t" anchorCtr="0">
            <a:normAutofit/>
          </a:bodyPr>
          <a:lstStyle>
            <a:lvl1pPr marL="0" lvl="0" indent="0" algn="ctr">
              <a:lnSpc>
                <a:spcPct val="115000"/>
              </a:lnSpc>
              <a:spcBef>
                <a:spcPts val="0"/>
              </a:spcBef>
              <a:spcAft>
                <a:spcPts val="0"/>
              </a:spcAft>
              <a:buSzPts val="2800"/>
              <a:buFont typeface="Arial" panose="020B0604020202020204" pitchFamily="34" charset="0"/>
              <a:buNone/>
              <a:defRPr sz="22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extLst>
      <p:ext uri="{BB962C8B-B14F-4D97-AF65-F5344CB8AC3E}">
        <p14:creationId xmlns:p14="http://schemas.microsoft.com/office/powerpoint/2010/main" val="2999249254"/>
      </p:ext>
    </p:extLst>
  </p:cSld>
  <p:clrMapOvr>
    <a:masterClrMapping/>
  </p:clrMapOvr>
  <p:extLst>
    <p:ext uri="{DCECCB84-F9BA-43D5-87BE-67443E8EF086}">
      <p15:sldGuideLst xmlns:p15="http://schemas.microsoft.com/office/powerpoint/2012/main">
        <p15:guide id="2" pos="5120">
          <p15:clr>
            <a:srgbClr val="00000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ullet_You_already_know">
    <p:spTree>
      <p:nvGrpSpPr>
        <p:cNvPr id="1" name=""/>
        <p:cNvGrpSpPr/>
        <p:nvPr/>
      </p:nvGrpSpPr>
      <p:grpSpPr>
        <a:xfrm>
          <a:off x="0" y="0"/>
          <a:ext cx="0" cy="0"/>
          <a:chOff x="0" y="0"/>
          <a:chExt cx="0" cy="0"/>
        </a:xfrm>
      </p:grpSpPr>
      <p:pic>
        <p:nvPicPr>
          <p:cNvPr id="3" name="Google Shape;26;p24">
            <a:extLst>
              <a:ext uri="{FF2B5EF4-FFF2-40B4-BE49-F238E27FC236}">
                <a16:creationId xmlns:a16="http://schemas.microsoft.com/office/drawing/2014/main" id="{6F1C32AD-6E65-45D9-86A4-DCDE0D32768F}"/>
              </a:ext>
            </a:extLst>
          </p:cNvPr>
          <p:cNvPicPr preferRelativeResize="0"/>
          <p:nvPr userDrawn="1"/>
        </p:nvPicPr>
        <p:blipFill>
          <a:blip r:embed="rId2"/>
          <a:srcRect/>
          <a:stretch/>
        </p:blipFill>
        <p:spPr>
          <a:xfrm>
            <a:off x="0" y="0"/>
            <a:ext cx="16255999" cy="9143999"/>
          </a:xfrm>
          <a:prstGeom prst="rect">
            <a:avLst/>
          </a:prstGeom>
          <a:noFill/>
          <a:ln>
            <a:noFill/>
          </a:ln>
        </p:spPr>
      </p:pic>
      <p:sp>
        <p:nvSpPr>
          <p:cNvPr id="4" name="Google Shape;30;p24">
            <a:extLst>
              <a:ext uri="{FF2B5EF4-FFF2-40B4-BE49-F238E27FC236}">
                <a16:creationId xmlns:a16="http://schemas.microsoft.com/office/drawing/2014/main" id="{26A301A2-0292-1A51-1C40-16AB99F30AB7}"/>
              </a:ext>
            </a:extLst>
          </p:cNvPr>
          <p:cNvSpPr/>
          <p:nvPr userDrawn="1"/>
        </p:nvSpPr>
        <p:spPr>
          <a:xfrm>
            <a:off x="5718038" y="322216"/>
            <a:ext cx="4819925"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lt1"/>
                </a:solidFill>
                <a:latin typeface="Open Sans"/>
                <a:ea typeface="Open Sans"/>
                <a:cs typeface="Open Sans"/>
                <a:sym typeface="Open Sans"/>
              </a:rPr>
              <a:t>You Already Know</a:t>
            </a:r>
            <a:endParaRPr sz="1400" b="0" i="0" u="none" strike="noStrike" cap="none">
              <a:solidFill>
                <a:srgbClr val="000000"/>
              </a:solidFill>
              <a:latin typeface="Arial"/>
              <a:ea typeface="Arial"/>
              <a:cs typeface="Arial"/>
              <a:sym typeface="Arial"/>
            </a:endParaRPr>
          </a:p>
        </p:txBody>
      </p:sp>
      <p:sp>
        <p:nvSpPr>
          <p:cNvPr id="2" name="Text Placeholder 4">
            <a:extLst>
              <a:ext uri="{FF2B5EF4-FFF2-40B4-BE49-F238E27FC236}">
                <a16:creationId xmlns:a16="http://schemas.microsoft.com/office/drawing/2014/main" id="{80BBD519-6780-E29A-51F9-BC84AACECBB8}"/>
              </a:ext>
            </a:extLst>
          </p:cNvPr>
          <p:cNvSpPr>
            <a:spLocks noGrp="1"/>
          </p:cNvSpPr>
          <p:nvPr>
            <p:ph type="body" sz="quarter" idx="13"/>
          </p:nvPr>
        </p:nvSpPr>
        <p:spPr>
          <a:xfrm>
            <a:off x="1250783" y="1512887"/>
            <a:ext cx="13732042" cy="6618287"/>
          </a:xfrm>
        </p:spPr>
        <p:txBody>
          <a:bodyPr/>
          <a:lstStyle>
            <a:lvl1pPr marL="0" indent="0">
              <a:buNone/>
              <a:defRPr/>
            </a:lvl1pPr>
            <a:lvl3pPr marL="1143000" indent="-228600">
              <a:buFont typeface="Courier New" panose="02070309020205020404" pitchFamily="49" charset="0"/>
              <a:buChar char="o"/>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34312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Recap" preserve="1" userDrawn="1">
  <p:cSld name="Recap">
    <p:spTree>
      <p:nvGrpSpPr>
        <p:cNvPr id="1" name="Shape 31"/>
        <p:cNvGrpSpPr/>
        <p:nvPr/>
      </p:nvGrpSpPr>
      <p:grpSpPr>
        <a:xfrm>
          <a:off x="0" y="0"/>
          <a:ext cx="0" cy="0"/>
          <a:chOff x="0" y="0"/>
          <a:chExt cx="0" cy="0"/>
        </a:xfrm>
      </p:grpSpPr>
      <p:pic>
        <p:nvPicPr>
          <p:cNvPr id="32" name="Google Shape;32;p25"/>
          <p:cNvPicPr preferRelativeResize="0"/>
          <p:nvPr/>
        </p:nvPicPr>
        <p:blipFill>
          <a:blip r:embed="rId2"/>
          <a:srcRect/>
          <a:stretch/>
        </p:blipFill>
        <p:spPr>
          <a:xfrm>
            <a:off x="0" y="0"/>
            <a:ext cx="16255999" cy="9143999"/>
          </a:xfrm>
          <a:prstGeom prst="rect">
            <a:avLst/>
          </a:prstGeom>
          <a:noFill/>
          <a:ln>
            <a:noFill/>
          </a:ln>
        </p:spPr>
      </p:pic>
      <p:pic>
        <p:nvPicPr>
          <p:cNvPr id="33" name="Google Shape;33;p25"/>
          <p:cNvPicPr preferRelativeResize="0"/>
          <p:nvPr/>
        </p:nvPicPr>
        <p:blipFill rotWithShape="1">
          <a:blip r:embed="rId3"/>
          <a:srcRect/>
          <a:stretch/>
        </p:blipFill>
        <p:spPr>
          <a:xfrm>
            <a:off x="0" y="0"/>
            <a:ext cx="16256000" cy="9144000"/>
          </a:xfrm>
          <a:prstGeom prst="rect">
            <a:avLst/>
          </a:prstGeom>
        </p:spPr>
      </p:pic>
      <p:sp>
        <p:nvSpPr>
          <p:cNvPr id="36" name="Google Shape;36;p25"/>
          <p:cNvSpPr/>
          <p:nvPr/>
        </p:nvSpPr>
        <p:spPr>
          <a:xfrm>
            <a:off x="352712" y="438867"/>
            <a:ext cx="2404969"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lt1"/>
                </a:solidFill>
                <a:latin typeface="Open Sans"/>
                <a:ea typeface="Open Sans"/>
                <a:cs typeface="Open Sans"/>
                <a:sym typeface="Open Sans"/>
              </a:rPr>
              <a:t>Recap</a:t>
            </a:r>
            <a:endParaRPr sz="1400" b="0" i="0" u="none" strike="noStrike" cap="none">
              <a:solidFill>
                <a:srgbClr val="000000"/>
              </a:solidFill>
              <a:latin typeface="Arial"/>
              <a:ea typeface="Arial"/>
              <a:cs typeface="Arial"/>
              <a:sym typeface="Arial"/>
            </a:endParaRPr>
          </a:p>
        </p:txBody>
      </p:sp>
      <p:sp>
        <p:nvSpPr>
          <p:cNvPr id="12" name="Google Shape;73;p29">
            <a:extLst>
              <a:ext uri="{FF2B5EF4-FFF2-40B4-BE49-F238E27FC236}">
                <a16:creationId xmlns:a16="http://schemas.microsoft.com/office/drawing/2014/main" id="{BA8E9C16-575E-F214-D660-349F8CD58800}"/>
              </a:ext>
            </a:extLst>
          </p:cNvPr>
          <p:cNvSpPr txBox="1">
            <a:spLocks noGrp="1"/>
          </p:cNvSpPr>
          <p:nvPr>
            <p:ph type="body" idx="10"/>
          </p:nvPr>
        </p:nvSpPr>
        <p:spPr>
          <a:xfrm>
            <a:off x="844889" y="1622017"/>
            <a:ext cx="10807533" cy="903776"/>
          </a:xfrm>
          <a:prstGeom prst="rect">
            <a:avLst/>
          </a:prstGeom>
          <a:noFill/>
          <a:ln>
            <a:noFill/>
          </a:ln>
        </p:spPr>
        <p:txBody>
          <a:bodyPr spcFirstLastPara="1" vert="horz" wrap="square" lIns="91425" tIns="0" rIns="91425" bIns="0" rtlCol="0" anchor="t" anchorCtr="0">
            <a:normAutofit/>
          </a:bodyPr>
          <a:lstStyle>
            <a:lvl1pPr marL="0" indent="0">
              <a:buFont typeface="Arial" panose="020B0604020202020204" pitchFamily="34" charset="0"/>
              <a:buNone/>
              <a:defRPr dirty="0">
                <a:solidFill>
                  <a:srgbClr val="3F3F3F"/>
                </a:solidFill>
                <a:latin typeface="Open Sans"/>
                <a:ea typeface="Open Sans"/>
                <a:cs typeface="Open Sans"/>
              </a:defRPr>
            </a:lvl1pPr>
          </a:lstStyle>
          <a:p>
            <a:pPr marL="228600" lvl="0" indent="-228600" algn="ctr">
              <a:lnSpc>
                <a:spcPct val="115000"/>
              </a:lnSpc>
              <a:spcBef>
                <a:spcPts val="0"/>
              </a:spcBef>
              <a:spcAft>
                <a:spcPts val="0"/>
              </a:spcAft>
              <a:buSzPts val="2800"/>
            </a:pPr>
            <a:endParaRPr/>
          </a:p>
        </p:txBody>
      </p:sp>
      <p:sp>
        <p:nvSpPr>
          <p:cNvPr id="13" name="Google Shape;29;p24">
            <a:extLst>
              <a:ext uri="{FF2B5EF4-FFF2-40B4-BE49-F238E27FC236}">
                <a16:creationId xmlns:a16="http://schemas.microsoft.com/office/drawing/2014/main" id="{A8352C58-E1B7-7AF5-20DA-4A18ECBF310C}"/>
              </a:ext>
            </a:extLst>
          </p:cNvPr>
          <p:cNvSpPr txBox="1">
            <a:spLocks noGrp="1"/>
          </p:cNvSpPr>
          <p:nvPr>
            <p:ph type="body" idx="11"/>
          </p:nvPr>
        </p:nvSpPr>
        <p:spPr>
          <a:xfrm>
            <a:off x="812800" y="2712304"/>
            <a:ext cx="10839622" cy="5527418"/>
          </a:xfrm>
          <a:prstGeom prst="rect">
            <a:avLst/>
          </a:prstGeom>
          <a:noFill/>
          <a:ln>
            <a:noFill/>
          </a:ln>
        </p:spPr>
        <p:txBody>
          <a:bodyPr spcFirstLastPara="1" vert="horz" wrap="square" lIns="91425" tIns="0" rIns="91425" bIns="0" rtlCol="0" anchor="t" anchorCtr="0">
            <a:normAutofit/>
          </a:bodyPr>
          <a:lstStyle>
            <a:lvl1pPr marL="0" indent="0">
              <a:buFont typeface="Arial" panose="020B0604020202020204" pitchFamily="34" charset="0"/>
              <a:buNone/>
              <a:defRPr dirty="0">
                <a:solidFill>
                  <a:srgbClr val="3F3F3F"/>
                </a:solidFill>
                <a:latin typeface="Open Sans"/>
                <a:ea typeface="Open Sans"/>
                <a:cs typeface="Open Sans"/>
              </a:defRPr>
            </a:lvl1pPr>
          </a:lstStyle>
          <a:p>
            <a:pPr marL="228600" lvl="0" indent="-228600" algn="ctr">
              <a:lnSpc>
                <a:spcPct val="115000"/>
              </a:lnSpc>
              <a:spcBef>
                <a:spcPts val="0"/>
              </a:spcBef>
              <a:spcAft>
                <a:spcPts val="0"/>
              </a:spcAft>
              <a:buSzPts val="2800"/>
            </a:pPr>
            <a:endParaRPr/>
          </a:p>
        </p:txBody>
      </p:sp>
    </p:spTree>
    <p:extLst>
      <p:ext uri="{BB962C8B-B14F-4D97-AF65-F5344CB8AC3E}">
        <p14:creationId xmlns:p14="http://schemas.microsoft.com/office/powerpoint/2010/main" val="18924309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A day in the life" preserve="1" userDrawn="1">
  <p:cSld name="A day in the life">
    <p:spTree>
      <p:nvGrpSpPr>
        <p:cNvPr id="1" name="Shape 37"/>
        <p:cNvGrpSpPr/>
        <p:nvPr/>
      </p:nvGrpSpPr>
      <p:grpSpPr>
        <a:xfrm>
          <a:off x="0" y="0"/>
          <a:ext cx="0" cy="0"/>
          <a:chOff x="0" y="0"/>
          <a:chExt cx="0" cy="0"/>
        </a:xfrm>
      </p:grpSpPr>
      <p:pic>
        <p:nvPicPr>
          <p:cNvPr id="3" name="Picture 2">
            <a:extLst>
              <a:ext uri="{FF2B5EF4-FFF2-40B4-BE49-F238E27FC236}">
                <a16:creationId xmlns:a16="http://schemas.microsoft.com/office/drawing/2014/main" id="{CB03379F-6615-3946-F3DC-84DD58EC0F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6255999" cy="9143999"/>
          </a:xfrm>
          <a:prstGeom prst="rect">
            <a:avLst/>
          </a:prstGeom>
        </p:spPr>
      </p:pic>
      <p:sp>
        <p:nvSpPr>
          <p:cNvPr id="6" name="Google Shape;73;p29">
            <a:extLst>
              <a:ext uri="{FF2B5EF4-FFF2-40B4-BE49-F238E27FC236}">
                <a16:creationId xmlns:a16="http://schemas.microsoft.com/office/drawing/2014/main" id="{47D8B3EC-6FC1-1D8C-89C7-6C535510F2DE}"/>
              </a:ext>
            </a:extLst>
          </p:cNvPr>
          <p:cNvSpPr txBox="1">
            <a:spLocks noGrp="1"/>
          </p:cNvSpPr>
          <p:nvPr>
            <p:ph type="body" idx="10"/>
          </p:nvPr>
        </p:nvSpPr>
        <p:spPr>
          <a:xfrm>
            <a:off x="844889" y="1622017"/>
            <a:ext cx="10807533" cy="903776"/>
          </a:xfrm>
          <a:prstGeom prst="rect">
            <a:avLst/>
          </a:prstGeom>
          <a:noFill/>
          <a:ln>
            <a:noFill/>
          </a:ln>
        </p:spPr>
        <p:txBody>
          <a:bodyPr spcFirstLastPara="1" vert="horz" wrap="square" lIns="91425" tIns="0" rIns="91425" bIns="0" rtlCol="0" anchor="t" anchorCtr="0">
            <a:normAutofit/>
          </a:bodyPr>
          <a:lstStyle>
            <a:lvl1pPr marL="0" indent="0">
              <a:buFont typeface="Arial" panose="020B0604020202020204" pitchFamily="34" charset="0"/>
              <a:buNone/>
              <a:defRPr dirty="0">
                <a:solidFill>
                  <a:srgbClr val="3F3F3F"/>
                </a:solidFill>
                <a:latin typeface="Open Sans"/>
                <a:ea typeface="Open Sans"/>
                <a:cs typeface="Open Sans"/>
              </a:defRPr>
            </a:lvl1pPr>
          </a:lstStyle>
          <a:p>
            <a:pPr marL="228600" lvl="0" indent="-228600" algn="ctr">
              <a:lnSpc>
                <a:spcPct val="115000"/>
              </a:lnSpc>
              <a:spcBef>
                <a:spcPts val="0"/>
              </a:spcBef>
              <a:spcAft>
                <a:spcPts val="0"/>
              </a:spcAft>
              <a:buSzPts val="2800"/>
            </a:pPr>
            <a:endParaRPr/>
          </a:p>
        </p:txBody>
      </p:sp>
      <p:sp>
        <p:nvSpPr>
          <p:cNvPr id="7" name="Google Shape;29;p24">
            <a:extLst>
              <a:ext uri="{FF2B5EF4-FFF2-40B4-BE49-F238E27FC236}">
                <a16:creationId xmlns:a16="http://schemas.microsoft.com/office/drawing/2014/main" id="{1D6B2300-6D1F-B115-8FF6-63B469079D08}"/>
              </a:ext>
            </a:extLst>
          </p:cNvPr>
          <p:cNvSpPr txBox="1">
            <a:spLocks noGrp="1"/>
          </p:cNvSpPr>
          <p:nvPr>
            <p:ph type="body" idx="11"/>
          </p:nvPr>
        </p:nvSpPr>
        <p:spPr>
          <a:xfrm>
            <a:off x="812800" y="2712304"/>
            <a:ext cx="10839622" cy="5527418"/>
          </a:xfrm>
          <a:prstGeom prst="rect">
            <a:avLst/>
          </a:prstGeom>
          <a:noFill/>
          <a:ln>
            <a:noFill/>
          </a:ln>
        </p:spPr>
        <p:txBody>
          <a:bodyPr spcFirstLastPara="1" vert="horz" wrap="square" lIns="91425" tIns="0" rIns="91425" bIns="0" rtlCol="0" anchor="t" anchorCtr="0">
            <a:normAutofit/>
          </a:bodyPr>
          <a:lstStyle>
            <a:lvl1pPr marL="0" indent="0">
              <a:buFont typeface="Arial" panose="020B0604020202020204" pitchFamily="34" charset="0"/>
              <a:buNone/>
              <a:defRPr dirty="0">
                <a:solidFill>
                  <a:srgbClr val="3F3F3F"/>
                </a:solidFill>
                <a:latin typeface="Open Sans"/>
                <a:ea typeface="Open Sans"/>
                <a:cs typeface="Open Sans"/>
              </a:defRPr>
            </a:lvl1pPr>
          </a:lstStyle>
          <a:p>
            <a:pPr marL="228600" lvl="0" indent="-228600" algn="ctr">
              <a:lnSpc>
                <a:spcPct val="115000"/>
              </a:lnSpc>
              <a:spcBef>
                <a:spcPts val="0"/>
              </a:spcBef>
              <a:spcAft>
                <a:spcPts val="0"/>
              </a:spcAft>
              <a:buSzPts val="2800"/>
            </a:pPr>
            <a:endParaRPr/>
          </a:p>
        </p:txBody>
      </p:sp>
      <p:sp>
        <p:nvSpPr>
          <p:cNvPr id="2" name="Google Shape;62;p29">
            <a:extLst>
              <a:ext uri="{FF2B5EF4-FFF2-40B4-BE49-F238E27FC236}">
                <a16:creationId xmlns:a16="http://schemas.microsoft.com/office/drawing/2014/main" id="{A8ED1C70-09C3-3416-0187-C1611F8017B4}"/>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rgbClr val="3F3F3F"/>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232810655"/>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ullets_for_Aday_Recap">
    <p:spTree>
      <p:nvGrpSpPr>
        <p:cNvPr id="1" name=""/>
        <p:cNvGrpSpPr/>
        <p:nvPr/>
      </p:nvGrpSpPr>
      <p:grpSpPr>
        <a:xfrm>
          <a:off x="0" y="0"/>
          <a:ext cx="0" cy="0"/>
          <a:chOff x="0" y="0"/>
          <a:chExt cx="0" cy="0"/>
        </a:xfrm>
      </p:grpSpPr>
      <p:sp>
        <p:nvSpPr>
          <p:cNvPr id="11" name="Google Shape;73;p29">
            <a:extLst>
              <a:ext uri="{FF2B5EF4-FFF2-40B4-BE49-F238E27FC236}">
                <a16:creationId xmlns:a16="http://schemas.microsoft.com/office/drawing/2014/main" id="{B3939B18-51C6-B760-9847-DBF969067996}"/>
              </a:ext>
            </a:extLst>
          </p:cNvPr>
          <p:cNvSpPr txBox="1">
            <a:spLocks noGrp="1"/>
          </p:cNvSpPr>
          <p:nvPr>
            <p:ph type="body" idx="10"/>
          </p:nvPr>
        </p:nvSpPr>
        <p:spPr>
          <a:xfrm>
            <a:off x="844889" y="1512833"/>
            <a:ext cx="10807533" cy="903776"/>
          </a:xfrm>
          <a:prstGeom prst="rect">
            <a:avLst/>
          </a:prstGeom>
        </p:spPr>
        <p:txBody>
          <a:bodyPr vert="horz" lIns="91440" tIns="45720" rIns="91440" bIns="45720" rtlCol="0">
            <a:normAutofit/>
          </a:bodyPr>
          <a:lstStyle>
            <a:lvl1pPr marL="0" indent="0">
              <a:buFont typeface="Arial" panose="020B0604020202020204" pitchFamily="34" charset="0"/>
              <a:buNone/>
              <a:defRPr dirty="0"/>
            </a:lvl1pPr>
          </a:lstStyle>
          <a:p>
            <a:pPr marL="228600" lvl="0" indent="-228600"/>
            <a:endParaRPr/>
          </a:p>
        </p:txBody>
      </p:sp>
      <p:sp>
        <p:nvSpPr>
          <p:cNvPr id="5" name="Text Placeholder 4">
            <a:extLst>
              <a:ext uri="{FF2B5EF4-FFF2-40B4-BE49-F238E27FC236}">
                <a16:creationId xmlns:a16="http://schemas.microsoft.com/office/drawing/2014/main" id="{964B5EF1-B91C-9C3A-2571-75C7A1B0B8AF}"/>
              </a:ext>
            </a:extLst>
          </p:cNvPr>
          <p:cNvSpPr>
            <a:spLocks noGrp="1"/>
          </p:cNvSpPr>
          <p:nvPr>
            <p:ph type="body" sz="quarter" idx="12"/>
          </p:nvPr>
        </p:nvSpPr>
        <p:spPr>
          <a:xfrm>
            <a:off x="844550" y="2603500"/>
            <a:ext cx="10807700" cy="5538468"/>
          </a:xfrm>
        </p:spPr>
        <p:txBody>
          <a:bodyPr/>
          <a:lstStyle>
            <a:lvl1pPr marL="0" indent="0">
              <a:buNone/>
              <a:defRPr/>
            </a:lvl1pPr>
            <a:lvl3pPr marL="1143000" indent="-228600">
              <a:buFont typeface="Courier New" panose="02070309020205020404" pitchFamily="49" charset="0"/>
              <a:buChar char="o"/>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31808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earning Objectives" preserve="1" userDrawn="1">
  <p:cSld name="Learning Objectives">
    <p:spTree>
      <p:nvGrpSpPr>
        <p:cNvPr id="1" name="Shape 44"/>
        <p:cNvGrpSpPr/>
        <p:nvPr/>
      </p:nvGrpSpPr>
      <p:grpSpPr>
        <a:xfrm>
          <a:off x="0" y="0"/>
          <a:ext cx="0" cy="0"/>
          <a:chOff x="0" y="0"/>
          <a:chExt cx="0" cy="0"/>
        </a:xfrm>
      </p:grpSpPr>
      <p:pic>
        <p:nvPicPr>
          <p:cNvPr id="45" name="Google Shape;45;p27"/>
          <p:cNvPicPr preferRelativeResize="0">
            <a:picLocks noGrp="1" noRot="1" noMove="1" noResize="1" noEditPoints="1" noAdjustHandles="1" noChangeArrowheads="1" noChangeShapeType="1" noCrop="1"/>
          </p:cNvPicPr>
          <p:nvPr/>
        </p:nvPicPr>
        <p:blipFill>
          <a:blip r:embed="rId2"/>
          <a:srcRect/>
          <a:stretch/>
        </p:blipFill>
        <p:spPr>
          <a:xfrm>
            <a:off x="0" y="0"/>
            <a:ext cx="16255999" cy="9143999"/>
          </a:xfrm>
          <a:prstGeom prst="rect">
            <a:avLst/>
          </a:prstGeom>
        </p:spPr>
      </p:pic>
      <p:sp>
        <p:nvSpPr>
          <p:cNvPr id="47" name="Google Shape;47;p27"/>
          <p:cNvSpPr>
            <a:spLocks noGrp="1" noRot="1" noMove="1" noResize="1" noEditPoints="1" noAdjustHandles="1" noChangeArrowheads="1" noChangeShapeType="1"/>
          </p:cNvSpPr>
          <p:nvPr/>
        </p:nvSpPr>
        <p:spPr>
          <a:xfrm>
            <a:off x="2747395" y="274390"/>
            <a:ext cx="4819800" cy="523200"/>
          </a:xfrm>
          <a:prstGeom prst="rect">
            <a:avLst/>
          </a:prstGeom>
          <a:noFill/>
          <a:ln>
            <a:noFill/>
          </a:ln>
        </p:spPr>
        <p:txBody>
          <a:bodyPr spcFirstLastPara="1" wrap="square" lIns="91425" tIns="45700" rIns="91425" bIns="45700" anchor="t" anchorCtr="0">
            <a:spAutoFit/>
          </a:bodyPr>
          <a:lstStyle/>
          <a:p>
            <a:pPr marL="457200" marR="0" lvl="0" indent="-228600" algn="ctr" rtl="0">
              <a:lnSpc>
                <a:spcPct val="100000"/>
              </a:lnSpc>
              <a:spcBef>
                <a:spcPts val="0"/>
              </a:spcBef>
              <a:spcAft>
                <a:spcPts val="0"/>
              </a:spcAft>
              <a:buClr>
                <a:srgbClr val="3F3F3F"/>
              </a:buClr>
              <a:buSzPts val="2200"/>
              <a:buFont typeface="Arial"/>
              <a:buNone/>
            </a:pPr>
            <a:r>
              <a:rPr lang="en-US" sz="2800" b="1" i="0" u="none" strike="noStrike" cap="none">
                <a:solidFill>
                  <a:srgbClr val="3F3F3F"/>
                </a:solidFill>
                <a:latin typeface="Open Sans"/>
                <a:ea typeface="Open Sans"/>
                <a:cs typeface="Open Sans"/>
                <a:sym typeface="Open Sans"/>
              </a:rPr>
              <a:t>Learning Objectives</a:t>
            </a:r>
            <a:endParaRPr sz="1400" b="0" i="0" u="none" strike="noStrike" cap="none">
              <a:solidFill>
                <a:srgbClr val="000000"/>
              </a:solidFill>
              <a:latin typeface="Arial"/>
              <a:ea typeface="Arial"/>
              <a:cs typeface="Arial"/>
              <a:sym typeface="Arial"/>
            </a:endParaRPr>
          </a:p>
        </p:txBody>
      </p:sp>
      <p:sp>
        <p:nvSpPr>
          <p:cNvPr id="53" name="Google Shape;53;p27"/>
          <p:cNvSpPr>
            <a:spLocks noGrp="1" noRot="1" noMove="1" noResize="1" noEditPoints="1" noAdjustHandles="1" noChangeArrowheads="1" noChangeShapeType="1"/>
          </p:cNvSpPr>
          <p:nvPr/>
        </p:nvSpPr>
        <p:spPr>
          <a:xfrm>
            <a:off x="718944" y="1933649"/>
            <a:ext cx="7888027" cy="553212"/>
          </a:xfrm>
          <a:prstGeom prst="rect">
            <a:avLst/>
          </a:prstGeom>
          <a:noFill/>
          <a:ln>
            <a:noFill/>
          </a:ln>
        </p:spPr>
        <p:txBody>
          <a:bodyPr spcFirstLastPara="1" wrap="square" lIns="91425" tIns="0" rIns="91425" bIns="0" anchor="t" anchorCtr="0">
            <a:normAutofit/>
          </a:bodyPr>
          <a:lstStyle/>
          <a:p>
            <a:pPr marL="342900" marR="0" lvl="0" indent="-342900" algn="l" rtl="0">
              <a:lnSpc>
                <a:spcPct val="90000"/>
              </a:lnSpc>
              <a:spcBef>
                <a:spcPts val="1000"/>
              </a:spcBef>
              <a:spcAft>
                <a:spcPts val="0"/>
              </a:spcAft>
              <a:buClr>
                <a:schemeClr val="dk1"/>
              </a:buClr>
              <a:buSzPts val="2800"/>
              <a:buFont typeface="Arial"/>
              <a:buNone/>
            </a:pPr>
            <a:r>
              <a:rPr lang="en-US" sz="2200" b="0" i="0" u="none" strike="noStrike" cap="none">
                <a:solidFill>
                  <a:srgbClr val="3F3F3F"/>
                </a:solidFill>
                <a:latin typeface="Open Sans"/>
                <a:ea typeface="Open Sans"/>
                <a:cs typeface="Open Sans"/>
                <a:sym typeface="Open Sans"/>
              </a:rPr>
              <a:t>By the end of this lesson, you will be able to:</a:t>
            </a:r>
            <a:endParaRPr/>
          </a:p>
        </p:txBody>
      </p:sp>
      <p:sp>
        <p:nvSpPr>
          <p:cNvPr id="5" name="Brandline_LVC">
            <a:extLst>
              <a:ext uri="{FF2B5EF4-FFF2-40B4-BE49-F238E27FC236}">
                <a16:creationId xmlns:a16="http://schemas.microsoft.com/office/drawing/2014/main" id="{78567AD7-7BF8-45E8-DB3F-F2D6FE361A28}"/>
              </a:ext>
            </a:extLst>
          </p:cNvPr>
          <p:cNvSpPr>
            <a:spLocks noGrp="1" noRot="1" noMove="1" noResize="1" noEditPoints="1" noAdjustHandles="1" noChangeArrowheads="1" noChangeShapeType="1"/>
          </p:cNvSpPr>
          <p:nvPr userDrawn="1"/>
        </p:nvSpPr>
        <p:spPr>
          <a:xfrm>
            <a:off x="2967652" y="837660"/>
            <a:ext cx="439150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4">
            <a:extLst>
              <a:ext uri="{FF2B5EF4-FFF2-40B4-BE49-F238E27FC236}">
                <a16:creationId xmlns:a16="http://schemas.microsoft.com/office/drawing/2014/main" id="{6384E7AB-95CF-3870-72EE-80D1C6CB172C}"/>
              </a:ext>
            </a:extLst>
          </p:cNvPr>
          <p:cNvSpPr>
            <a:spLocks noGrp="1"/>
          </p:cNvSpPr>
          <p:nvPr>
            <p:ph type="body" sz="quarter" idx="11" hasCustomPrompt="1"/>
          </p:nvPr>
        </p:nvSpPr>
        <p:spPr>
          <a:xfrm>
            <a:off x="1332875" y="2758746"/>
            <a:ext cx="9036000" cy="1011600"/>
          </a:xfrm>
        </p:spPr>
        <p:txBody>
          <a:bodyPr vert="horz" lIns="91440" tIns="45720" rIns="91440" bIns="45720" rtlCol="0" anchor="t">
            <a:normAutofit/>
          </a:bodyPr>
          <a:lstStyle>
            <a:lvl1pPr marL="0" indent="0">
              <a:buNone/>
              <a:defRPr lang="en-GB" dirty="0"/>
            </a:lvl1pPr>
          </a:lstStyle>
          <a:p>
            <a:pPr marL="228600" lvl="0" indent="-228600">
              <a:spcBef>
                <a:spcPts val="0"/>
              </a:spcBef>
            </a:pPr>
            <a:r>
              <a:rPr lang="en-GB"/>
              <a:t>Click to add text</a:t>
            </a:r>
          </a:p>
        </p:txBody>
      </p:sp>
      <p:sp>
        <p:nvSpPr>
          <p:cNvPr id="7" name="Text Placeholder 4">
            <a:extLst>
              <a:ext uri="{FF2B5EF4-FFF2-40B4-BE49-F238E27FC236}">
                <a16:creationId xmlns:a16="http://schemas.microsoft.com/office/drawing/2014/main" id="{50792C23-1841-F349-D944-8E77CAED48FD}"/>
              </a:ext>
            </a:extLst>
          </p:cNvPr>
          <p:cNvSpPr>
            <a:spLocks noGrp="1"/>
          </p:cNvSpPr>
          <p:nvPr>
            <p:ph type="body" sz="quarter" idx="12" hasCustomPrompt="1"/>
          </p:nvPr>
        </p:nvSpPr>
        <p:spPr>
          <a:xfrm>
            <a:off x="1332356" y="3558751"/>
            <a:ext cx="9036000" cy="1011600"/>
          </a:xfrm>
        </p:spPr>
        <p:txBody>
          <a:bodyPr anchor="t"/>
          <a:lstStyle>
            <a:lvl1pPr marL="0" indent="0">
              <a:lnSpc>
                <a:spcPct val="114000"/>
              </a:lnSpc>
              <a:spcBef>
                <a:spcPts val="0"/>
              </a:spcBef>
              <a:buFont typeface="Arial" panose="020B0604020202020204" pitchFamily="34" charset="0"/>
              <a:buNone/>
              <a:defRPr/>
            </a:lvl1pPr>
            <a:lvl2pPr>
              <a:spcBef>
                <a:spcPts val="0"/>
              </a:spcBef>
              <a:defRPr/>
            </a:lvl2pPr>
            <a:lvl3pPr>
              <a:spcBef>
                <a:spcPts val="0"/>
              </a:spcBef>
              <a:defRPr/>
            </a:lvl3pPr>
          </a:lstStyle>
          <a:p>
            <a:pPr lvl="0"/>
            <a:r>
              <a:rPr lang="en-GB"/>
              <a:t>Click to add text</a:t>
            </a:r>
          </a:p>
        </p:txBody>
      </p:sp>
      <p:sp>
        <p:nvSpPr>
          <p:cNvPr id="8" name="Text Placeholder 4">
            <a:extLst>
              <a:ext uri="{FF2B5EF4-FFF2-40B4-BE49-F238E27FC236}">
                <a16:creationId xmlns:a16="http://schemas.microsoft.com/office/drawing/2014/main" id="{7746234C-6D4D-7050-90E1-5A68C852394F}"/>
              </a:ext>
            </a:extLst>
          </p:cNvPr>
          <p:cNvSpPr>
            <a:spLocks noGrp="1"/>
          </p:cNvSpPr>
          <p:nvPr>
            <p:ph type="body" sz="quarter" idx="13" hasCustomPrompt="1"/>
          </p:nvPr>
        </p:nvSpPr>
        <p:spPr>
          <a:xfrm>
            <a:off x="1331837" y="4383470"/>
            <a:ext cx="9036000" cy="1011600"/>
          </a:xfrm>
        </p:spPr>
        <p:txBody>
          <a:bodyPr anchor="t"/>
          <a:lstStyle>
            <a:lvl1pPr marL="0" indent="0">
              <a:lnSpc>
                <a:spcPct val="114000"/>
              </a:lnSpc>
              <a:spcBef>
                <a:spcPts val="0"/>
              </a:spcBef>
              <a:buFont typeface="Arial" panose="020B0604020202020204" pitchFamily="34" charset="0"/>
              <a:buNone/>
              <a:defRPr/>
            </a:lvl1pPr>
            <a:lvl2pPr>
              <a:spcBef>
                <a:spcPts val="0"/>
              </a:spcBef>
              <a:defRPr/>
            </a:lvl2pPr>
            <a:lvl3pPr>
              <a:spcBef>
                <a:spcPts val="0"/>
              </a:spcBef>
              <a:defRPr/>
            </a:lvl3pPr>
          </a:lstStyle>
          <a:p>
            <a:pPr lvl="0"/>
            <a:r>
              <a:rPr lang="en-GB"/>
              <a:t>Click to add text</a:t>
            </a:r>
          </a:p>
        </p:txBody>
      </p:sp>
      <p:sp>
        <p:nvSpPr>
          <p:cNvPr id="9" name="Text Placeholder 4">
            <a:extLst>
              <a:ext uri="{FF2B5EF4-FFF2-40B4-BE49-F238E27FC236}">
                <a16:creationId xmlns:a16="http://schemas.microsoft.com/office/drawing/2014/main" id="{DF9AB914-01CE-78D6-02EB-58EA39C5A159}"/>
              </a:ext>
            </a:extLst>
          </p:cNvPr>
          <p:cNvSpPr>
            <a:spLocks noGrp="1"/>
          </p:cNvSpPr>
          <p:nvPr>
            <p:ph type="body" sz="quarter" idx="14" hasCustomPrompt="1"/>
          </p:nvPr>
        </p:nvSpPr>
        <p:spPr>
          <a:xfrm>
            <a:off x="1332873" y="5195833"/>
            <a:ext cx="9034445" cy="1010072"/>
          </a:xfrm>
        </p:spPr>
        <p:txBody>
          <a:bodyPr anchor="t"/>
          <a:lstStyle>
            <a:lvl1pPr marL="0" indent="0">
              <a:lnSpc>
                <a:spcPct val="114000"/>
              </a:lnSpc>
              <a:spcBef>
                <a:spcPts val="0"/>
              </a:spcBef>
              <a:buFont typeface="Arial" panose="020B0604020202020204" pitchFamily="34" charset="0"/>
              <a:buNone/>
              <a:defRPr/>
            </a:lvl1pPr>
            <a:lvl2pPr>
              <a:spcBef>
                <a:spcPts val="0"/>
              </a:spcBef>
              <a:defRPr/>
            </a:lvl2pPr>
            <a:lvl3pPr>
              <a:spcBef>
                <a:spcPts val="0"/>
              </a:spcBef>
              <a:defRPr/>
            </a:lvl3pPr>
          </a:lstStyle>
          <a:p>
            <a:pPr lvl="0"/>
            <a:r>
              <a:rPr lang="en-GB"/>
              <a:t>Click to add text</a:t>
            </a:r>
          </a:p>
        </p:txBody>
      </p:sp>
      <p:grpSp>
        <p:nvGrpSpPr>
          <p:cNvPr id="13" name="Group 12" hidden="1">
            <a:extLst>
              <a:ext uri="{FF2B5EF4-FFF2-40B4-BE49-F238E27FC236}">
                <a16:creationId xmlns:a16="http://schemas.microsoft.com/office/drawing/2014/main" id="{16B8C86D-690C-8679-0C89-F4D009576CAF}"/>
              </a:ext>
            </a:extLst>
          </p:cNvPr>
          <p:cNvGrpSpPr>
            <a:grpSpLocks/>
          </p:cNvGrpSpPr>
          <p:nvPr userDrawn="1"/>
        </p:nvGrpSpPr>
        <p:grpSpPr>
          <a:xfrm>
            <a:off x="1239953" y="642551"/>
            <a:ext cx="4011669" cy="4670397"/>
            <a:chOff x="1239953" y="642551"/>
            <a:chExt cx="4011669" cy="4670397"/>
          </a:xfrm>
        </p:grpSpPr>
        <p:sp>
          <p:nvSpPr>
            <p:cNvPr id="2" name="Rectangle 1">
              <a:extLst>
                <a:ext uri="{FF2B5EF4-FFF2-40B4-BE49-F238E27FC236}">
                  <a16:creationId xmlns:a16="http://schemas.microsoft.com/office/drawing/2014/main" id="{1DB747F5-5266-DDBF-8B8B-6AF78984F4A6}"/>
                </a:ext>
              </a:extLst>
            </p:cNvPr>
            <p:cNvSpPr>
              <a:spLocks/>
            </p:cNvSpPr>
            <p:nvPr userDrawn="1"/>
          </p:nvSpPr>
          <p:spPr>
            <a:xfrm>
              <a:off x="2967652" y="642551"/>
              <a:ext cx="2283970" cy="14951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FFF687B-5B53-6973-9596-70BBBD72EE56}"/>
                </a:ext>
              </a:extLst>
            </p:cNvPr>
            <p:cNvSpPr>
              <a:spLocks/>
            </p:cNvSpPr>
            <p:nvPr userDrawn="1"/>
          </p:nvSpPr>
          <p:spPr>
            <a:xfrm>
              <a:off x="1239953" y="2290530"/>
              <a:ext cx="594000" cy="59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452DB3C-19AB-7AF5-B459-CAF2AF2C0973}"/>
                </a:ext>
              </a:extLst>
            </p:cNvPr>
            <p:cNvSpPr>
              <a:spLocks/>
            </p:cNvSpPr>
            <p:nvPr userDrawn="1"/>
          </p:nvSpPr>
          <p:spPr>
            <a:xfrm>
              <a:off x="1332872" y="3094469"/>
              <a:ext cx="594000" cy="59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4C3C8E8-C94E-EE19-7794-FFC583E56915}"/>
                </a:ext>
              </a:extLst>
            </p:cNvPr>
            <p:cNvSpPr>
              <a:spLocks/>
            </p:cNvSpPr>
            <p:nvPr userDrawn="1"/>
          </p:nvSpPr>
          <p:spPr>
            <a:xfrm>
              <a:off x="1332872" y="3903123"/>
              <a:ext cx="594000" cy="59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0958B4A-72D3-24FF-4B57-C742B90B61FC}"/>
                </a:ext>
              </a:extLst>
            </p:cNvPr>
            <p:cNvSpPr>
              <a:spLocks/>
            </p:cNvSpPr>
            <p:nvPr userDrawn="1"/>
          </p:nvSpPr>
          <p:spPr>
            <a:xfrm>
              <a:off x="1332872" y="4718948"/>
              <a:ext cx="594000" cy="59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85267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opic Name" preserve="1" userDrawn="1">
  <p:cSld name="Topic Name">
    <p:spTree>
      <p:nvGrpSpPr>
        <p:cNvPr id="1" name="Shape 54"/>
        <p:cNvGrpSpPr/>
        <p:nvPr/>
      </p:nvGrpSpPr>
      <p:grpSpPr>
        <a:xfrm>
          <a:off x="0" y="0"/>
          <a:ext cx="0" cy="0"/>
          <a:chOff x="0" y="0"/>
          <a:chExt cx="0" cy="0"/>
        </a:xfrm>
      </p:grpSpPr>
      <p:pic>
        <p:nvPicPr>
          <p:cNvPr id="55" name="Google Shape;55;p28"/>
          <p:cNvPicPr preferRelativeResize="0"/>
          <p:nvPr/>
        </p:nvPicPr>
        <p:blipFill>
          <a:blip r:embed="rId2"/>
          <a:srcRect/>
          <a:stretch/>
        </p:blipFill>
        <p:spPr>
          <a:xfrm>
            <a:off x="0" y="0"/>
            <a:ext cx="16255998" cy="9143999"/>
          </a:xfrm>
          <a:prstGeom prst="rect">
            <a:avLst/>
          </a:prstGeom>
          <a:noFill/>
          <a:ln>
            <a:noFill/>
          </a:ln>
        </p:spPr>
      </p:pic>
      <p:sp>
        <p:nvSpPr>
          <p:cNvPr id="3" name="Google Shape;57;p28">
            <a:extLst>
              <a:ext uri="{FF2B5EF4-FFF2-40B4-BE49-F238E27FC236}">
                <a16:creationId xmlns:a16="http://schemas.microsoft.com/office/drawing/2014/main" id="{B82D352B-96E6-AAAA-F1D6-C3BB62225E8B}"/>
              </a:ext>
            </a:extLst>
          </p:cNvPr>
          <p:cNvSpPr txBox="1">
            <a:spLocks noGrp="1"/>
          </p:cNvSpPr>
          <p:nvPr>
            <p:ph type="body" idx="10"/>
          </p:nvPr>
        </p:nvSpPr>
        <p:spPr>
          <a:xfrm>
            <a:off x="0" y="4114800"/>
            <a:ext cx="16256001" cy="914400"/>
          </a:xfrm>
          <a:prstGeom prst="rect">
            <a:avLst/>
          </a:prstGeom>
          <a:noFill/>
          <a:ln>
            <a:noFill/>
          </a:ln>
        </p:spPr>
        <p:txBody>
          <a:bodyPr spcFirstLastPara="1" wrap="square" lIns="91425" tIns="91425" rIns="91425" bIns="91425" anchor="t" anchorCtr="0">
            <a:noAutofit/>
          </a:bodyPr>
          <a:lstStyle>
            <a:lvl1pPr marL="0" lvl="0" indent="0" algn="ctr">
              <a:lnSpc>
                <a:spcPct val="114000"/>
              </a:lnSpc>
              <a:spcBef>
                <a:spcPts val="0"/>
              </a:spcBef>
              <a:spcAft>
                <a:spcPts val="0"/>
              </a:spcAft>
              <a:buSzPts val="2800"/>
              <a:buNone/>
              <a:defRPr sz="2800" b="1" i="0" u="none" strike="noStrike" cap="none">
                <a:solidFill>
                  <a:srgbClr val="404040"/>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extLst>
      <p:ext uri="{BB962C8B-B14F-4D97-AF65-F5344CB8AC3E}">
        <p14:creationId xmlns:p14="http://schemas.microsoft.com/office/powerpoint/2010/main" val="3577397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Slide" preserve="1" userDrawn="1">
  <p:cSld name="Content Slide">
    <p:spTree>
      <p:nvGrpSpPr>
        <p:cNvPr id="1" name="Shape 59"/>
        <p:cNvGrpSpPr/>
        <p:nvPr/>
      </p:nvGrpSpPr>
      <p:grpSpPr>
        <a:xfrm>
          <a:off x="0" y="0"/>
          <a:ext cx="0" cy="0"/>
          <a:chOff x="0" y="0"/>
          <a:chExt cx="0" cy="0"/>
        </a:xfrm>
      </p:grpSpPr>
      <p:pic>
        <p:nvPicPr>
          <p:cNvPr id="60" name="Google Shape;60;p29"/>
          <p:cNvPicPr preferRelativeResize="0"/>
          <p:nvPr/>
        </p:nvPicPr>
        <p:blipFill>
          <a:blip r:embed="rId2"/>
          <a:srcRect/>
          <a:stretch/>
        </p:blipFill>
        <p:spPr>
          <a:xfrm>
            <a:off x="0" y="0"/>
            <a:ext cx="16255999" cy="9143999"/>
          </a:xfrm>
          <a:prstGeom prst="rect">
            <a:avLst/>
          </a:prstGeom>
          <a:noFill/>
          <a:ln>
            <a:noFill/>
          </a:ln>
        </p:spPr>
      </p:pic>
      <p:sp>
        <p:nvSpPr>
          <p:cNvPr id="2" name="Google Shape;29;p24">
            <a:extLst>
              <a:ext uri="{FF2B5EF4-FFF2-40B4-BE49-F238E27FC236}">
                <a16:creationId xmlns:a16="http://schemas.microsoft.com/office/drawing/2014/main" id="{9DE67C09-DDD5-F518-3695-E699DFE5CC4F}"/>
              </a:ext>
            </a:extLst>
          </p:cNvPr>
          <p:cNvSpPr txBox="1">
            <a:spLocks noGrp="1"/>
          </p:cNvSpPr>
          <p:nvPr>
            <p:ph type="body" idx="1"/>
          </p:nvPr>
        </p:nvSpPr>
        <p:spPr>
          <a:xfrm>
            <a:off x="1291858" y="2603120"/>
            <a:ext cx="13696998" cy="5527418"/>
          </a:xfrm>
          <a:prstGeom prst="rect">
            <a:avLst/>
          </a:prstGeom>
          <a:noFill/>
          <a:ln>
            <a:noFill/>
          </a:ln>
        </p:spPr>
        <p:txBody>
          <a:bodyPr spcFirstLastPara="1" wrap="square" lIns="91425" tIns="0" rIns="91425" bIns="0" anchor="t" anchorCtr="0">
            <a:normAutofit/>
          </a:bodyPr>
          <a:lstStyle>
            <a:lvl1pPr marL="0" indent="0">
              <a:spcBef>
                <a:spcPts val="0"/>
              </a:spcBef>
              <a:buNone/>
              <a:defRPr sz="2200" dirty="0">
                <a:solidFill>
                  <a:srgbClr val="3F3F3F"/>
                </a:solidFill>
                <a:latin typeface="Open Sans"/>
                <a:ea typeface="Open Sans"/>
                <a:cs typeface="Open Sans"/>
              </a:defRPr>
            </a:lvl1pPr>
          </a:lstStyle>
          <a:p>
            <a:pPr marL="342900" lvl="0" indent="-342900" algn="ctr">
              <a:lnSpc>
                <a:spcPct val="115000"/>
              </a:lnSpc>
            </a:pPr>
            <a:endParaRPr/>
          </a:p>
        </p:txBody>
      </p:sp>
      <p:sp>
        <p:nvSpPr>
          <p:cNvPr id="3" name="Google Shape;73;p29">
            <a:extLst>
              <a:ext uri="{FF2B5EF4-FFF2-40B4-BE49-F238E27FC236}">
                <a16:creationId xmlns:a16="http://schemas.microsoft.com/office/drawing/2014/main" id="{38354FE8-D9C0-5D1E-6102-5F329424ACA2}"/>
              </a:ext>
            </a:extLst>
          </p:cNvPr>
          <p:cNvSpPr txBox="1">
            <a:spLocks noGrp="1"/>
          </p:cNvSpPr>
          <p:nvPr>
            <p:ph type="body" idx="10"/>
          </p:nvPr>
        </p:nvSpPr>
        <p:spPr>
          <a:xfrm>
            <a:off x="1291857" y="1512833"/>
            <a:ext cx="13696999" cy="903776"/>
          </a:xfrm>
          <a:prstGeom prst="rect">
            <a:avLst/>
          </a:prstGeom>
          <a:noFill/>
          <a:ln>
            <a:noFill/>
          </a:ln>
        </p:spPr>
        <p:txBody>
          <a:bodyPr spcFirstLastPara="1" wrap="square" lIns="91425" tIns="0" rIns="91425" bIns="0" anchor="t" anchorCtr="0">
            <a:normAutofit/>
          </a:bodyPr>
          <a:lstStyle>
            <a:lvl1pPr marL="0" lvl="0" indent="0" algn="ctr">
              <a:lnSpc>
                <a:spcPct val="115000"/>
              </a:lnSpc>
              <a:spcBef>
                <a:spcPts val="0"/>
              </a:spcBef>
              <a:spcAft>
                <a:spcPts val="0"/>
              </a:spcAft>
              <a:buSzPts val="2800"/>
              <a:buFont typeface="Arial" panose="020B0604020202020204" pitchFamily="34" charset="0"/>
              <a:buNone/>
              <a:defRPr sz="22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pic>
        <p:nvPicPr>
          <p:cNvPr id="4" name="Picture 3" descr="A picture containing colorfulness, pattern, rectangle, screenshot&#10;&#10;Description automatically generated">
            <a:extLst>
              <a:ext uri="{FF2B5EF4-FFF2-40B4-BE49-F238E27FC236}">
                <a16:creationId xmlns:a16="http://schemas.microsoft.com/office/drawing/2014/main" id="{E2A3B44F-361D-277C-1049-456D3197569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566008" y="913238"/>
            <a:ext cx="1219478" cy="7291461"/>
          </a:xfrm>
          <a:prstGeom prst="rect">
            <a:avLst/>
          </a:prstGeom>
        </p:spPr>
      </p:pic>
      <p:sp>
        <p:nvSpPr>
          <p:cNvPr id="5" name="Google Shape;62;p29">
            <a:extLst>
              <a:ext uri="{FF2B5EF4-FFF2-40B4-BE49-F238E27FC236}">
                <a16:creationId xmlns:a16="http://schemas.microsoft.com/office/drawing/2014/main" id="{AB337D6E-8449-CC57-E216-03FFF7FCAE69}"/>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rgbClr val="3F3F3F"/>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972632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ullet_Content_Slide">
    <p:spTree>
      <p:nvGrpSpPr>
        <p:cNvPr id="1" name=""/>
        <p:cNvGrpSpPr/>
        <p:nvPr/>
      </p:nvGrpSpPr>
      <p:grpSpPr>
        <a:xfrm>
          <a:off x="0" y="0"/>
          <a:ext cx="0" cy="0"/>
          <a:chOff x="0" y="0"/>
          <a:chExt cx="0" cy="0"/>
        </a:xfrm>
      </p:grpSpPr>
      <p:pic>
        <p:nvPicPr>
          <p:cNvPr id="3" name="Google Shape;60;p29">
            <a:extLst>
              <a:ext uri="{FF2B5EF4-FFF2-40B4-BE49-F238E27FC236}">
                <a16:creationId xmlns:a16="http://schemas.microsoft.com/office/drawing/2014/main" id="{F32A8D92-D03F-CBD0-6218-23FF67B0B49F}"/>
              </a:ext>
            </a:extLst>
          </p:cNvPr>
          <p:cNvPicPr preferRelativeResize="0"/>
          <p:nvPr userDrawn="1"/>
        </p:nvPicPr>
        <p:blipFill>
          <a:blip r:embed="rId2"/>
          <a:srcRect/>
          <a:stretch/>
        </p:blipFill>
        <p:spPr>
          <a:xfrm>
            <a:off x="0" y="0"/>
            <a:ext cx="16255999" cy="9143999"/>
          </a:xfrm>
          <a:prstGeom prst="rect">
            <a:avLst/>
          </a:prstGeom>
          <a:noFill/>
          <a:ln>
            <a:noFill/>
          </a:ln>
        </p:spPr>
      </p:pic>
      <p:sp>
        <p:nvSpPr>
          <p:cNvPr id="15" name="Google Shape;73;p29">
            <a:extLst>
              <a:ext uri="{FF2B5EF4-FFF2-40B4-BE49-F238E27FC236}">
                <a16:creationId xmlns:a16="http://schemas.microsoft.com/office/drawing/2014/main" id="{E6FEAC37-04A1-A80A-3380-E02111EDE62B}"/>
              </a:ext>
            </a:extLst>
          </p:cNvPr>
          <p:cNvSpPr txBox="1">
            <a:spLocks noGrp="1"/>
          </p:cNvSpPr>
          <p:nvPr>
            <p:ph type="body" idx="10"/>
          </p:nvPr>
        </p:nvSpPr>
        <p:spPr>
          <a:xfrm>
            <a:off x="1291857" y="1512833"/>
            <a:ext cx="13696999" cy="903776"/>
          </a:xfrm>
          <a:prstGeom prst="rect">
            <a:avLst/>
          </a:prstGeom>
          <a:noFill/>
          <a:ln>
            <a:noFill/>
          </a:ln>
        </p:spPr>
        <p:txBody>
          <a:bodyPr spcFirstLastPara="1" vert="horz" wrap="square" lIns="91425" tIns="0" rIns="91425" bIns="0" rtlCol="0" anchor="t" anchorCtr="0">
            <a:normAutofit/>
          </a:bodyPr>
          <a:lstStyle>
            <a:lvl1pPr marL="0" indent="0">
              <a:buFont typeface="Arial" panose="020B0604020202020204" pitchFamily="34" charset="0"/>
              <a:buNone/>
              <a:defRPr dirty="0">
                <a:solidFill>
                  <a:srgbClr val="3F3F3F"/>
                </a:solidFill>
                <a:latin typeface="Open Sans"/>
                <a:ea typeface="Open Sans"/>
                <a:cs typeface="Open Sans"/>
              </a:defRPr>
            </a:lvl1pPr>
          </a:lstStyle>
          <a:p>
            <a:pPr marL="228600" lvl="0" indent="-228600">
              <a:lnSpc>
                <a:spcPct val="115000"/>
              </a:lnSpc>
              <a:spcBef>
                <a:spcPts val="0"/>
              </a:spcBef>
              <a:spcAft>
                <a:spcPts val="0"/>
              </a:spcAft>
              <a:buSzPts val="2800"/>
            </a:pPr>
            <a:endParaRPr/>
          </a:p>
        </p:txBody>
      </p:sp>
      <p:pic>
        <p:nvPicPr>
          <p:cNvPr id="2" name="Picture 1" descr="A picture containing colorfulness, pattern, rectangle, screenshot&#10;&#10;Description automatically generated">
            <a:extLst>
              <a:ext uri="{FF2B5EF4-FFF2-40B4-BE49-F238E27FC236}">
                <a16:creationId xmlns:a16="http://schemas.microsoft.com/office/drawing/2014/main" id="{CE904573-2F71-0E73-120D-C3CFB365EE2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566008" y="897196"/>
            <a:ext cx="1219478" cy="7291461"/>
          </a:xfrm>
          <a:prstGeom prst="rect">
            <a:avLst/>
          </a:prstGeom>
        </p:spPr>
      </p:pic>
      <p:sp>
        <p:nvSpPr>
          <p:cNvPr id="6" name="Text Placeholder 4">
            <a:extLst>
              <a:ext uri="{FF2B5EF4-FFF2-40B4-BE49-F238E27FC236}">
                <a16:creationId xmlns:a16="http://schemas.microsoft.com/office/drawing/2014/main" id="{F3E84CA6-4EC8-7CAF-7B14-1E891A95D9DF}"/>
              </a:ext>
            </a:extLst>
          </p:cNvPr>
          <p:cNvSpPr>
            <a:spLocks noGrp="1"/>
          </p:cNvSpPr>
          <p:nvPr>
            <p:ph type="body" sz="quarter" idx="13"/>
          </p:nvPr>
        </p:nvSpPr>
        <p:spPr>
          <a:xfrm>
            <a:off x="1285825" y="2612636"/>
            <a:ext cx="13697000" cy="5517901"/>
          </a:xfrm>
        </p:spPr>
        <p:txBody>
          <a:bodyPr/>
          <a:lstStyle>
            <a:lvl1pPr marL="0" indent="0">
              <a:buNone/>
              <a:defRPr/>
            </a:lvl1pPr>
            <a:lvl3pPr marL="1143000" indent="-228600">
              <a:buFont typeface="Courier New" panose="02070309020205020404" pitchFamily="49" charset="0"/>
              <a:buChar char="o"/>
              <a:defRPr/>
            </a:lvl3pPr>
          </a:lstStyle>
          <a:p>
            <a:pPr lvl="0"/>
            <a:r>
              <a:rPr lang="en-US"/>
              <a:t>Click to edit Master text styles</a:t>
            </a:r>
          </a:p>
          <a:p>
            <a:pPr lvl="1"/>
            <a:r>
              <a:rPr lang="en-US"/>
              <a:t>Second level</a:t>
            </a:r>
          </a:p>
          <a:p>
            <a:pPr lvl="2"/>
            <a:r>
              <a:rPr lang="en-US"/>
              <a:t>Third level</a:t>
            </a:r>
          </a:p>
        </p:txBody>
      </p:sp>
      <p:sp>
        <p:nvSpPr>
          <p:cNvPr id="7" name="Google Shape;62;p29">
            <a:extLst>
              <a:ext uri="{FF2B5EF4-FFF2-40B4-BE49-F238E27FC236}">
                <a16:creationId xmlns:a16="http://schemas.microsoft.com/office/drawing/2014/main" id="{AC975B08-1151-8CCE-4012-72257845E88A}"/>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rgbClr val="3F3F3F"/>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7476370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Knowledge Check " preserve="1">
  <p:cSld name="Knowledge Check ">
    <p:spTree>
      <p:nvGrpSpPr>
        <p:cNvPr id="1" name="Shape 74"/>
        <p:cNvGrpSpPr/>
        <p:nvPr/>
      </p:nvGrpSpPr>
      <p:grpSpPr>
        <a:xfrm>
          <a:off x="0" y="0"/>
          <a:ext cx="0" cy="0"/>
          <a:chOff x="0" y="0"/>
          <a:chExt cx="0" cy="0"/>
        </a:xfrm>
      </p:grpSpPr>
      <p:pic>
        <p:nvPicPr>
          <p:cNvPr id="2" name="Google Shape;75;p30">
            <a:extLst>
              <a:ext uri="{FF2B5EF4-FFF2-40B4-BE49-F238E27FC236}">
                <a16:creationId xmlns:a16="http://schemas.microsoft.com/office/drawing/2014/main" id="{DBF002C0-AEB4-C534-B92D-91D67E6C1306}"/>
              </a:ext>
            </a:extLst>
          </p:cNvPr>
          <p:cNvPicPr preferRelativeResize="0"/>
          <p:nvPr userDrawn="1"/>
        </p:nvPicPr>
        <p:blipFill>
          <a:blip r:embed="rId2"/>
          <a:srcRect/>
          <a:stretch/>
        </p:blipFill>
        <p:spPr>
          <a:xfrm>
            <a:off x="0" y="0"/>
            <a:ext cx="16255998" cy="9143998"/>
          </a:xfrm>
          <a:prstGeom prst="rect">
            <a:avLst/>
          </a:prstGeom>
          <a:noFill/>
          <a:ln>
            <a:noFill/>
          </a:ln>
        </p:spPr>
      </p:pic>
      <p:pic>
        <p:nvPicPr>
          <p:cNvPr id="4" name="Picture 3" descr="A picture containing arrow&#10;&#10;Description automatically generated">
            <a:extLst>
              <a:ext uri="{FF2B5EF4-FFF2-40B4-BE49-F238E27FC236}">
                <a16:creationId xmlns:a16="http://schemas.microsoft.com/office/drawing/2014/main" id="{72D68FFF-4E46-2E6B-67FA-3692374CF001}"/>
              </a:ext>
            </a:extLst>
          </p:cNvPr>
          <p:cNvPicPr>
            <a:picLocks noChangeAspect="1"/>
          </p:cNvPicPr>
          <p:nvPr userDrawn="1"/>
        </p:nvPicPr>
        <p:blipFill>
          <a:blip r:embed="rId3"/>
          <a:stretch>
            <a:fillRect/>
          </a:stretch>
        </p:blipFill>
        <p:spPr>
          <a:xfrm>
            <a:off x="0" y="0"/>
            <a:ext cx="16256000" cy="9144000"/>
          </a:xfrm>
          <a:prstGeom prst="rect">
            <a:avLst/>
          </a:prstGeom>
        </p:spPr>
      </p:pic>
      <p:sp>
        <p:nvSpPr>
          <p:cNvPr id="3" name="Google Shape;77;p30">
            <a:extLst>
              <a:ext uri="{FF2B5EF4-FFF2-40B4-BE49-F238E27FC236}">
                <a16:creationId xmlns:a16="http://schemas.microsoft.com/office/drawing/2014/main" id="{6A084776-D363-88F2-5A8F-FF2A63DFFD9D}"/>
              </a:ext>
            </a:extLst>
          </p:cNvPr>
          <p:cNvSpPr/>
          <p:nvPr userDrawn="1"/>
        </p:nvSpPr>
        <p:spPr>
          <a:xfrm>
            <a:off x="8955907" y="4310390"/>
            <a:ext cx="4819925"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pitchFamily="34" charset="0"/>
              <a:buNone/>
            </a:pPr>
            <a:r>
              <a:rPr lang="en-US" sz="2800" b="1" i="0" u="none" strike="noStrike" cap="none">
                <a:solidFill>
                  <a:srgbClr val="404040"/>
                </a:solidFill>
                <a:latin typeface="Open Sans"/>
                <a:ea typeface="Open Sans"/>
                <a:cs typeface="Open Sans"/>
                <a:sym typeface="Open Sans"/>
              </a:rPr>
              <a:t>Knowledge Check</a:t>
            </a:r>
            <a:endParaRPr sz="1400" b="0" i="0" u="none" strike="noStrike" cap="none">
              <a:solidFill>
                <a:srgbClr val="404040"/>
              </a:solidFill>
              <a:latin typeface="Arial"/>
              <a:ea typeface="Arial"/>
              <a:cs typeface="Arial"/>
              <a:sym typeface="Arial"/>
            </a:endParaRPr>
          </a:p>
        </p:txBody>
      </p:sp>
    </p:spTree>
    <p:extLst>
      <p:ext uri="{BB962C8B-B14F-4D97-AF65-F5344CB8AC3E}">
        <p14:creationId xmlns:p14="http://schemas.microsoft.com/office/powerpoint/2010/main" val="10578092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estion">
    <p:spTree>
      <p:nvGrpSpPr>
        <p:cNvPr id="1" name=""/>
        <p:cNvGrpSpPr/>
        <p:nvPr/>
      </p:nvGrpSpPr>
      <p:grpSpPr>
        <a:xfrm>
          <a:off x="0" y="0"/>
          <a:ext cx="0" cy="0"/>
          <a:chOff x="0" y="0"/>
          <a:chExt cx="0" cy="0"/>
        </a:xfrm>
      </p:grpSpPr>
      <p:pic>
        <p:nvPicPr>
          <p:cNvPr id="3" name="BG">
            <a:extLst>
              <a:ext uri="{FF2B5EF4-FFF2-40B4-BE49-F238E27FC236}">
                <a16:creationId xmlns:a16="http://schemas.microsoft.com/office/drawing/2014/main" id="{2CCF119B-BE71-CB96-2E2D-4D70E3379D0F}"/>
              </a:ext>
            </a:extLst>
          </p:cNvPr>
          <p:cNvPicPr preferRelativeResize="0"/>
          <p:nvPr userDrawn="1"/>
        </p:nvPicPr>
        <p:blipFill>
          <a:blip r:embed="rId2"/>
          <a:srcRect/>
          <a:stretch/>
        </p:blipFill>
        <p:spPr>
          <a:xfrm>
            <a:off x="1" y="1"/>
            <a:ext cx="16255999" cy="9143999"/>
          </a:xfrm>
          <a:prstGeom prst="rect">
            <a:avLst/>
          </a:prstGeom>
          <a:noFill/>
          <a:ln>
            <a:noFill/>
          </a:ln>
        </p:spPr>
      </p:pic>
      <p:sp>
        <p:nvSpPr>
          <p:cNvPr id="4" name="Box">
            <a:extLst>
              <a:ext uri="{FF2B5EF4-FFF2-40B4-BE49-F238E27FC236}">
                <a16:creationId xmlns:a16="http://schemas.microsoft.com/office/drawing/2014/main" id="{E7B51B66-9EEF-5EF8-EAC3-1AA2FA35C688}"/>
              </a:ext>
            </a:extLst>
          </p:cNvPr>
          <p:cNvSpPr/>
          <p:nvPr userDrawn="1"/>
        </p:nvSpPr>
        <p:spPr>
          <a:xfrm>
            <a:off x="1281113" y="584654"/>
            <a:ext cx="1685902" cy="1438275"/>
          </a:xfrm>
          <a:prstGeom prst="rect">
            <a:avLst/>
          </a:prstGeom>
          <a:solidFill>
            <a:srgbClr val="3D9C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KT_Text">
            <a:extLst>
              <a:ext uri="{FF2B5EF4-FFF2-40B4-BE49-F238E27FC236}">
                <a16:creationId xmlns:a16="http://schemas.microsoft.com/office/drawing/2014/main" id="{9E09D2CD-8815-6873-76A0-750613A9B008}"/>
              </a:ext>
            </a:extLst>
          </p:cNvPr>
          <p:cNvSpPr txBox="1"/>
          <p:nvPr userDrawn="1"/>
        </p:nvSpPr>
        <p:spPr>
          <a:xfrm>
            <a:off x="1280469" y="732325"/>
            <a:ext cx="1698904" cy="4616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a:solidFill>
                  <a:srgbClr val="FFFFFF"/>
                </a:solidFill>
                <a:latin typeface="Open Sans"/>
                <a:ea typeface="Open Sans"/>
                <a:cs typeface="Open Sans"/>
                <a:sym typeface="Open Sans"/>
              </a:rPr>
              <a:t>Knowledge Check</a:t>
            </a:r>
            <a:endParaRPr sz="2000" b="1" i="0" u="none" strike="noStrike" cap="none">
              <a:solidFill>
                <a:srgbClr val="FFFFFF"/>
              </a:solidFill>
              <a:latin typeface="Open Sans"/>
              <a:ea typeface="Open Sans"/>
              <a:cs typeface="Open Sans"/>
              <a:sym typeface="Open Sans"/>
            </a:endParaRPr>
          </a:p>
        </p:txBody>
      </p:sp>
      <p:sp>
        <p:nvSpPr>
          <p:cNvPr id="6" name="Rec_Box">
            <a:extLst>
              <a:ext uri="{FF2B5EF4-FFF2-40B4-BE49-F238E27FC236}">
                <a16:creationId xmlns:a16="http://schemas.microsoft.com/office/drawing/2014/main" id="{0E9A9157-9B5D-B020-50FD-5C124440F36A}"/>
              </a:ext>
            </a:extLst>
          </p:cNvPr>
          <p:cNvSpPr/>
          <p:nvPr userDrawn="1"/>
        </p:nvSpPr>
        <p:spPr>
          <a:xfrm>
            <a:off x="1275907" y="580480"/>
            <a:ext cx="14093455" cy="1446622"/>
          </a:xfrm>
          <a:prstGeom prst="rect">
            <a:avLst/>
          </a:prstGeom>
          <a:noFill/>
          <a:ln w="12700">
            <a:solidFill>
              <a:srgbClr val="3D9C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
            <a:extLst>
              <a:ext uri="{FF2B5EF4-FFF2-40B4-BE49-F238E27FC236}">
                <a16:creationId xmlns:a16="http://schemas.microsoft.com/office/drawing/2014/main" id="{FDF40B25-39B3-30ED-29BE-9F1AD527FCEE}"/>
              </a:ext>
            </a:extLst>
          </p:cNvPr>
          <p:cNvSpPr txBox="1"/>
          <p:nvPr userDrawn="1"/>
        </p:nvSpPr>
        <p:spPr>
          <a:xfrm>
            <a:off x="1708922" y="2698180"/>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t>A.</a:t>
            </a:r>
          </a:p>
        </p:txBody>
      </p:sp>
      <p:sp>
        <p:nvSpPr>
          <p:cNvPr id="8" name="Opt_A">
            <a:extLst>
              <a:ext uri="{FF2B5EF4-FFF2-40B4-BE49-F238E27FC236}">
                <a16:creationId xmlns:a16="http://schemas.microsoft.com/office/drawing/2014/main" id="{2FFD20E1-904E-7B1C-E7A2-1A99877EE0D7}"/>
              </a:ext>
            </a:extLst>
          </p:cNvPr>
          <p:cNvSpPr>
            <a:spLocks noGrp="1"/>
          </p:cNvSpPr>
          <p:nvPr>
            <p:ph type="body" sz="quarter" idx="12" hasCustomPrompt="1"/>
          </p:nvPr>
        </p:nvSpPr>
        <p:spPr>
          <a:xfrm>
            <a:off x="2330450" y="2698180"/>
            <a:ext cx="11250613" cy="836613"/>
          </a:xfrm>
        </p:spPr>
        <p:txBody>
          <a:bodyPr anchor="t">
            <a:normAutofit/>
          </a:bodyPr>
          <a:lstStyle>
            <a:lvl1pPr marL="0" indent="0">
              <a:lnSpc>
                <a:spcPct val="114000"/>
              </a:lnSpc>
              <a:spcBef>
                <a:spcPts val="0"/>
              </a:spcBef>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9" name="B">
            <a:extLst>
              <a:ext uri="{FF2B5EF4-FFF2-40B4-BE49-F238E27FC236}">
                <a16:creationId xmlns:a16="http://schemas.microsoft.com/office/drawing/2014/main" id="{DB253624-90B8-4C2B-CA21-11904E51AA4D}"/>
              </a:ext>
            </a:extLst>
          </p:cNvPr>
          <p:cNvSpPr txBox="1"/>
          <p:nvPr userDrawn="1"/>
        </p:nvSpPr>
        <p:spPr>
          <a:xfrm>
            <a:off x="1713038" y="3629064"/>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t>B.</a:t>
            </a:r>
          </a:p>
        </p:txBody>
      </p:sp>
      <p:sp>
        <p:nvSpPr>
          <p:cNvPr id="10" name="Opt_B">
            <a:extLst>
              <a:ext uri="{FF2B5EF4-FFF2-40B4-BE49-F238E27FC236}">
                <a16:creationId xmlns:a16="http://schemas.microsoft.com/office/drawing/2014/main" id="{497E5D63-1C02-9A8F-6921-B4CF2B94E4A1}"/>
              </a:ext>
            </a:extLst>
          </p:cNvPr>
          <p:cNvSpPr>
            <a:spLocks noGrp="1"/>
          </p:cNvSpPr>
          <p:nvPr>
            <p:ph type="body" sz="quarter" idx="13" hasCustomPrompt="1"/>
          </p:nvPr>
        </p:nvSpPr>
        <p:spPr>
          <a:xfrm>
            <a:off x="2334566" y="3629064"/>
            <a:ext cx="11250613" cy="836613"/>
          </a:xfrm>
        </p:spPr>
        <p:txBody>
          <a:bodyPr anchor="t">
            <a:normAutofit/>
          </a:bodyPr>
          <a:lstStyle>
            <a:lvl1pPr marL="0" indent="0">
              <a:lnSpc>
                <a:spcPct val="114000"/>
              </a:lnSpc>
              <a:spcBef>
                <a:spcPts val="0"/>
              </a:spcBef>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1" name="C">
            <a:extLst>
              <a:ext uri="{FF2B5EF4-FFF2-40B4-BE49-F238E27FC236}">
                <a16:creationId xmlns:a16="http://schemas.microsoft.com/office/drawing/2014/main" id="{92E01BA2-8854-8B22-5E3B-BD48CB6419FD}"/>
              </a:ext>
            </a:extLst>
          </p:cNvPr>
          <p:cNvSpPr txBox="1"/>
          <p:nvPr userDrawn="1"/>
        </p:nvSpPr>
        <p:spPr>
          <a:xfrm>
            <a:off x="1713038" y="4568181"/>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t>C.</a:t>
            </a:r>
          </a:p>
        </p:txBody>
      </p:sp>
      <p:sp>
        <p:nvSpPr>
          <p:cNvPr id="12" name="Opt_C">
            <a:extLst>
              <a:ext uri="{FF2B5EF4-FFF2-40B4-BE49-F238E27FC236}">
                <a16:creationId xmlns:a16="http://schemas.microsoft.com/office/drawing/2014/main" id="{231483CE-CEF9-6644-5D62-34D212C6AC67}"/>
              </a:ext>
            </a:extLst>
          </p:cNvPr>
          <p:cNvSpPr>
            <a:spLocks noGrp="1"/>
          </p:cNvSpPr>
          <p:nvPr>
            <p:ph type="body" sz="quarter" idx="14" hasCustomPrompt="1"/>
          </p:nvPr>
        </p:nvSpPr>
        <p:spPr>
          <a:xfrm>
            <a:off x="2334566" y="4568181"/>
            <a:ext cx="11250613" cy="836613"/>
          </a:xfrm>
        </p:spPr>
        <p:txBody>
          <a:bodyPr anchor="t">
            <a:normAutofit/>
          </a:bodyPr>
          <a:lstStyle>
            <a:lvl1pPr marL="0" indent="0">
              <a:lnSpc>
                <a:spcPct val="114000"/>
              </a:lnSpc>
              <a:spcBef>
                <a:spcPts val="0"/>
              </a:spcBef>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3" name="D">
            <a:extLst>
              <a:ext uri="{FF2B5EF4-FFF2-40B4-BE49-F238E27FC236}">
                <a16:creationId xmlns:a16="http://schemas.microsoft.com/office/drawing/2014/main" id="{29F7EC89-820C-671D-8F62-46D0543D5E13}"/>
              </a:ext>
            </a:extLst>
          </p:cNvPr>
          <p:cNvSpPr txBox="1"/>
          <p:nvPr userDrawn="1"/>
        </p:nvSpPr>
        <p:spPr>
          <a:xfrm>
            <a:off x="1717154" y="5511422"/>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t>D.</a:t>
            </a:r>
          </a:p>
        </p:txBody>
      </p:sp>
      <p:sp>
        <p:nvSpPr>
          <p:cNvPr id="14" name="Opt_D">
            <a:extLst>
              <a:ext uri="{FF2B5EF4-FFF2-40B4-BE49-F238E27FC236}">
                <a16:creationId xmlns:a16="http://schemas.microsoft.com/office/drawing/2014/main" id="{D10DFBE0-864B-7031-13FD-BF42F6452ABB}"/>
              </a:ext>
            </a:extLst>
          </p:cNvPr>
          <p:cNvSpPr>
            <a:spLocks noGrp="1"/>
          </p:cNvSpPr>
          <p:nvPr>
            <p:ph type="body" sz="quarter" idx="15" hasCustomPrompt="1"/>
          </p:nvPr>
        </p:nvSpPr>
        <p:spPr>
          <a:xfrm>
            <a:off x="2338682" y="5511422"/>
            <a:ext cx="11250613" cy="836613"/>
          </a:xfrm>
        </p:spPr>
        <p:txBody>
          <a:bodyPr anchor="t">
            <a:normAutofit/>
          </a:bodyPr>
          <a:lstStyle>
            <a:lvl1pPr marL="0" indent="0">
              <a:lnSpc>
                <a:spcPct val="114000"/>
              </a:lnSpc>
              <a:spcBef>
                <a:spcPts val="0"/>
              </a:spcBef>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5" name="Q">
            <a:extLst>
              <a:ext uri="{FF2B5EF4-FFF2-40B4-BE49-F238E27FC236}">
                <a16:creationId xmlns:a16="http://schemas.microsoft.com/office/drawing/2014/main" id="{48CDC350-FF9D-82C7-1731-756BBBD2CE0D}"/>
              </a:ext>
            </a:extLst>
          </p:cNvPr>
          <p:cNvSpPr>
            <a:spLocks noGrp="1"/>
          </p:cNvSpPr>
          <p:nvPr>
            <p:ph type="body" sz="quarter" idx="11" hasCustomPrompt="1"/>
          </p:nvPr>
        </p:nvSpPr>
        <p:spPr>
          <a:xfrm>
            <a:off x="2967015" y="580287"/>
            <a:ext cx="12401573" cy="1447009"/>
          </a:xfrm>
        </p:spPr>
        <p:txBody>
          <a:bodyPr anchor="ctr"/>
          <a:lstStyle>
            <a:lvl1pPr marL="0" indent="0">
              <a:lnSpc>
                <a:spcPct val="114000"/>
              </a:lnSpc>
              <a:spcBef>
                <a:spcPts val="0"/>
              </a:spcBef>
              <a:buNone/>
              <a:defRPr b="1"/>
            </a:lvl1pPr>
          </a:lstStyle>
          <a:p>
            <a:pPr lvl="0"/>
            <a:r>
              <a:rPr lang="en-GB"/>
              <a:t>Click to add text</a:t>
            </a:r>
            <a:endParaRPr lang="en-US"/>
          </a:p>
        </p:txBody>
      </p:sp>
      <p:sp>
        <p:nvSpPr>
          <p:cNvPr id="2" name="Q_No">
            <a:extLst>
              <a:ext uri="{FF2B5EF4-FFF2-40B4-BE49-F238E27FC236}">
                <a16:creationId xmlns:a16="http://schemas.microsoft.com/office/drawing/2014/main" id="{60E48CF6-ADFB-CA4C-5E8B-AE3CD5F217B1}"/>
              </a:ext>
            </a:extLst>
          </p:cNvPr>
          <p:cNvSpPr>
            <a:spLocks noGrp="1"/>
          </p:cNvSpPr>
          <p:nvPr>
            <p:ph type="body" sz="quarter" idx="10" hasCustomPrompt="1"/>
          </p:nvPr>
        </p:nvSpPr>
        <p:spPr>
          <a:xfrm>
            <a:off x="1562390" y="1193800"/>
            <a:ext cx="1135063" cy="830263"/>
          </a:xfrm>
        </p:spPr>
        <p:txBody>
          <a:bodyPr anchor="ctr"/>
          <a:lstStyle>
            <a:lvl1pPr marL="0" indent="0" algn="ctr">
              <a:spcBef>
                <a:spcPts val="0"/>
              </a:spcBef>
              <a:buNone/>
              <a:defRPr b="1">
                <a:solidFill>
                  <a:schemeClr val="bg1"/>
                </a:solidFill>
              </a:defRPr>
            </a:lvl1pPr>
          </a:lstStyle>
          <a:p>
            <a:pPr lvl="0"/>
            <a:r>
              <a:rPr lang="en-US"/>
              <a:t>1</a:t>
            </a:r>
          </a:p>
        </p:txBody>
      </p:sp>
    </p:spTree>
    <p:extLst>
      <p:ext uri="{BB962C8B-B14F-4D97-AF65-F5344CB8AC3E}">
        <p14:creationId xmlns:p14="http://schemas.microsoft.com/office/powerpoint/2010/main" val="15850812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es_Ans_IS">
    <p:spTree>
      <p:nvGrpSpPr>
        <p:cNvPr id="1" name=""/>
        <p:cNvGrpSpPr/>
        <p:nvPr/>
      </p:nvGrpSpPr>
      <p:grpSpPr>
        <a:xfrm>
          <a:off x="0" y="0"/>
          <a:ext cx="0" cy="0"/>
          <a:chOff x="0" y="0"/>
          <a:chExt cx="0" cy="0"/>
        </a:xfrm>
      </p:grpSpPr>
      <p:pic>
        <p:nvPicPr>
          <p:cNvPr id="3" name="BG">
            <a:extLst>
              <a:ext uri="{FF2B5EF4-FFF2-40B4-BE49-F238E27FC236}">
                <a16:creationId xmlns:a16="http://schemas.microsoft.com/office/drawing/2014/main" id="{EF08981F-95F3-6867-209A-E2A49BEB7AC3}"/>
              </a:ext>
            </a:extLst>
          </p:cNvPr>
          <p:cNvPicPr preferRelativeResize="0"/>
          <p:nvPr userDrawn="1"/>
        </p:nvPicPr>
        <p:blipFill>
          <a:blip r:embed="rId2"/>
          <a:srcRect/>
          <a:stretch/>
        </p:blipFill>
        <p:spPr>
          <a:xfrm>
            <a:off x="1" y="1"/>
            <a:ext cx="16255999" cy="9143999"/>
          </a:xfrm>
          <a:prstGeom prst="rect">
            <a:avLst/>
          </a:prstGeom>
          <a:noFill/>
          <a:ln>
            <a:noFill/>
          </a:ln>
        </p:spPr>
      </p:pic>
      <p:sp>
        <p:nvSpPr>
          <p:cNvPr id="4" name="C_Ans">
            <a:extLst>
              <a:ext uri="{FF2B5EF4-FFF2-40B4-BE49-F238E27FC236}">
                <a16:creationId xmlns:a16="http://schemas.microsoft.com/office/drawing/2014/main" id="{C5585E79-E8D7-0597-1980-9449B5FE0292}"/>
              </a:ext>
            </a:extLst>
          </p:cNvPr>
          <p:cNvSpPr txBox="1"/>
          <p:nvPr userDrawn="1"/>
        </p:nvSpPr>
        <p:spPr>
          <a:xfrm>
            <a:off x="670034" y="7369706"/>
            <a:ext cx="2749059"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3F3F3F"/>
                </a:solidFill>
                <a:latin typeface="Open Sans"/>
                <a:ea typeface="Open Sans"/>
                <a:cs typeface="Open Sans"/>
                <a:sym typeface="Open Sans"/>
              </a:rPr>
              <a:t>The correct answer is</a:t>
            </a:r>
            <a:endParaRPr sz="1400" b="0" i="0" u="none" strike="noStrike" cap="none">
              <a:solidFill>
                <a:srgbClr val="000000"/>
              </a:solidFill>
              <a:latin typeface="Open Sans"/>
              <a:ea typeface="Open Sans"/>
              <a:cs typeface="Open Sans"/>
              <a:sym typeface="Open Sans"/>
            </a:endParaRPr>
          </a:p>
        </p:txBody>
      </p:sp>
      <p:cxnSp>
        <p:nvCxnSpPr>
          <p:cNvPr id="5" name="Ans_Line_2">
            <a:extLst>
              <a:ext uri="{FF2B5EF4-FFF2-40B4-BE49-F238E27FC236}">
                <a16:creationId xmlns:a16="http://schemas.microsoft.com/office/drawing/2014/main" id="{55D1669A-D9BB-F86C-6916-C74581CEC093}"/>
              </a:ext>
            </a:extLst>
          </p:cNvPr>
          <p:cNvCxnSpPr/>
          <p:nvPr userDrawn="1"/>
        </p:nvCxnSpPr>
        <p:spPr>
          <a:xfrm>
            <a:off x="670034" y="7854368"/>
            <a:ext cx="13167360" cy="0"/>
          </a:xfrm>
          <a:prstGeom prst="straightConnector1">
            <a:avLst/>
          </a:prstGeom>
          <a:noFill/>
          <a:ln w="9525" cap="flat" cmpd="sng">
            <a:solidFill>
              <a:schemeClr val="dk1"/>
            </a:solidFill>
            <a:prstDash val="solid"/>
            <a:round/>
            <a:headEnd type="none" w="sm" len="sm"/>
            <a:tailEnd type="none" w="sm" len="sm"/>
          </a:ln>
        </p:spPr>
      </p:cxnSp>
      <p:cxnSp>
        <p:nvCxnSpPr>
          <p:cNvPr id="6" name="Ans_Line">
            <a:extLst>
              <a:ext uri="{FF2B5EF4-FFF2-40B4-BE49-F238E27FC236}">
                <a16:creationId xmlns:a16="http://schemas.microsoft.com/office/drawing/2014/main" id="{25B26E89-236B-925D-2F8A-FDAD4518B1D0}"/>
              </a:ext>
            </a:extLst>
          </p:cNvPr>
          <p:cNvCxnSpPr/>
          <p:nvPr userDrawn="1"/>
        </p:nvCxnSpPr>
        <p:spPr>
          <a:xfrm>
            <a:off x="649436" y="7265358"/>
            <a:ext cx="13167360" cy="0"/>
          </a:xfrm>
          <a:prstGeom prst="straightConnector1">
            <a:avLst/>
          </a:prstGeom>
          <a:noFill/>
          <a:ln w="9525" cap="flat" cmpd="sng">
            <a:solidFill>
              <a:schemeClr val="dk1"/>
            </a:solidFill>
            <a:prstDash val="solid"/>
            <a:round/>
            <a:headEnd type="none" w="sm" len="sm"/>
            <a:tailEnd type="none" w="sm" len="sm"/>
          </a:ln>
        </p:spPr>
      </p:cxnSp>
      <p:sp>
        <p:nvSpPr>
          <p:cNvPr id="7" name="Ans_text">
            <a:extLst>
              <a:ext uri="{FF2B5EF4-FFF2-40B4-BE49-F238E27FC236}">
                <a16:creationId xmlns:a16="http://schemas.microsoft.com/office/drawing/2014/main" id="{FE57084E-D5CD-4D1D-AD6B-B0A29FBA4D52}"/>
              </a:ext>
            </a:extLst>
          </p:cNvPr>
          <p:cNvSpPr>
            <a:spLocks noGrp="1"/>
          </p:cNvSpPr>
          <p:nvPr>
            <p:ph type="body" sz="quarter" idx="18" hasCustomPrompt="1"/>
          </p:nvPr>
        </p:nvSpPr>
        <p:spPr>
          <a:xfrm>
            <a:off x="3251201" y="7277661"/>
            <a:ext cx="8834438" cy="584200"/>
          </a:xfrm>
        </p:spPr>
        <p:txBody>
          <a:bodyPr anchor="ctr">
            <a:normAutofit/>
          </a:bodyPr>
          <a:lstStyle>
            <a:lvl1pPr marL="0" indent="0">
              <a:spcBef>
                <a:spcPts val="0"/>
              </a:spcBef>
              <a:buNone/>
              <a:defRPr sz="2000" b="1">
                <a:solidFill>
                  <a:srgbClr val="024F93"/>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8" name="Ans_Desc_Text_Box">
            <a:extLst>
              <a:ext uri="{FF2B5EF4-FFF2-40B4-BE49-F238E27FC236}">
                <a16:creationId xmlns:a16="http://schemas.microsoft.com/office/drawing/2014/main" id="{7CBBC3EA-7B88-E6C6-BE6B-D41D2C647AAB}"/>
              </a:ext>
            </a:extLst>
          </p:cNvPr>
          <p:cNvSpPr>
            <a:spLocks noGrp="1"/>
          </p:cNvSpPr>
          <p:nvPr>
            <p:ph type="body" sz="quarter" idx="16" hasCustomPrompt="1"/>
          </p:nvPr>
        </p:nvSpPr>
        <p:spPr>
          <a:xfrm>
            <a:off x="669925" y="7935913"/>
            <a:ext cx="13095288" cy="1004887"/>
          </a:xfrm>
        </p:spPr>
        <p:txBody>
          <a:bodyPr>
            <a:normAutofit/>
          </a:bodyPr>
          <a:lstStyle>
            <a:lvl1pPr marL="0" indent="0">
              <a:spcBef>
                <a:spcPts val="0"/>
              </a:spcBef>
              <a:buNone/>
              <a:defRPr sz="2000" b="1"/>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9" name="Box">
            <a:extLst>
              <a:ext uri="{FF2B5EF4-FFF2-40B4-BE49-F238E27FC236}">
                <a16:creationId xmlns:a16="http://schemas.microsoft.com/office/drawing/2014/main" id="{CDEDD483-9F61-36CD-8536-63FB8C1D1DC9}"/>
              </a:ext>
            </a:extLst>
          </p:cNvPr>
          <p:cNvSpPr/>
          <p:nvPr userDrawn="1"/>
        </p:nvSpPr>
        <p:spPr>
          <a:xfrm>
            <a:off x="1281113" y="584654"/>
            <a:ext cx="1685902" cy="1438275"/>
          </a:xfrm>
          <a:prstGeom prst="rect">
            <a:avLst/>
          </a:prstGeom>
          <a:solidFill>
            <a:srgbClr val="3D9C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KT_Text">
            <a:extLst>
              <a:ext uri="{FF2B5EF4-FFF2-40B4-BE49-F238E27FC236}">
                <a16:creationId xmlns:a16="http://schemas.microsoft.com/office/drawing/2014/main" id="{BA405B45-EFAB-0D57-ADA9-DD1F4FD2F9B7}"/>
              </a:ext>
            </a:extLst>
          </p:cNvPr>
          <p:cNvSpPr txBox="1"/>
          <p:nvPr userDrawn="1"/>
        </p:nvSpPr>
        <p:spPr>
          <a:xfrm>
            <a:off x="1280469" y="732325"/>
            <a:ext cx="1698904" cy="4616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a:solidFill>
                  <a:srgbClr val="FFFFFF"/>
                </a:solidFill>
                <a:latin typeface="Open Sans"/>
                <a:ea typeface="Open Sans"/>
                <a:cs typeface="Open Sans"/>
                <a:sym typeface="Open Sans"/>
              </a:rPr>
              <a:t>Knowledge Check</a:t>
            </a:r>
            <a:endParaRPr sz="2000" b="1" i="0" u="none" strike="noStrike" cap="none">
              <a:solidFill>
                <a:srgbClr val="FFFFFF"/>
              </a:solidFill>
              <a:latin typeface="Open Sans"/>
              <a:ea typeface="Open Sans"/>
              <a:cs typeface="Open Sans"/>
              <a:sym typeface="Open Sans"/>
            </a:endParaRPr>
          </a:p>
        </p:txBody>
      </p:sp>
      <p:sp>
        <p:nvSpPr>
          <p:cNvPr id="11" name="Rec_Box">
            <a:extLst>
              <a:ext uri="{FF2B5EF4-FFF2-40B4-BE49-F238E27FC236}">
                <a16:creationId xmlns:a16="http://schemas.microsoft.com/office/drawing/2014/main" id="{C6D60610-3ED0-B3DE-F0C6-1E2E0C6FC1CE}"/>
              </a:ext>
            </a:extLst>
          </p:cNvPr>
          <p:cNvSpPr/>
          <p:nvPr userDrawn="1"/>
        </p:nvSpPr>
        <p:spPr>
          <a:xfrm>
            <a:off x="1275907" y="580480"/>
            <a:ext cx="14093455" cy="1446622"/>
          </a:xfrm>
          <a:prstGeom prst="rect">
            <a:avLst/>
          </a:prstGeom>
          <a:noFill/>
          <a:ln w="12700">
            <a:solidFill>
              <a:srgbClr val="3D9C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
            <a:extLst>
              <a:ext uri="{FF2B5EF4-FFF2-40B4-BE49-F238E27FC236}">
                <a16:creationId xmlns:a16="http://schemas.microsoft.com/office/drawing/2014/main" id="{C6A04807-31DA-6E4E-AAB1-C5EB073355C4}"/>
              </a:ext>
            </a:extLst>
          </p:cNvPr>
          <p:cNvSpPr txBox="1"/>
          <p:nvPr userDrawn="1"/>
        </p:nvSpPr>
        <p:spPr>
          <a:xfrm>
            <a:off x="1717154" y="5511422"/>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t>D.</a:t>
            </a:r>
          </a:p>
        </p:txBody>
      </p:sp>
      <p:sp>
        <p:nvSpPr>
          <p:cNvPr id="16" name="C">
            <a:extLst>
              <a:ext uri="{FF2B5EF4-FFF2-40B4-BE49-F238E27FC236}">
                <a16:creationId xmlns:a16="http://schemas.microsoft.com/office/drawing/2014/main" id="{19EED400-005F-8BFC-0381-17F5410E8424}"/>
              </a:ext>
            </a:extLst>
          </p:cNvPr>
          <p:cNvSpPr txBox="1"/>
          <p:nvPr userDrawn="1"/>
        </p:nvSpPr>
        <p:spPr>
          <a:xfrm>
            <a:off x="1713038" y="4568181"/>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t>C.</a:t>
            </a:r>
          </a:p>
        </p:txBody>
      </p:sp>
      <p:sp>
        <p:nvSpPr>
          <p:cNvPr id="14" name="B">
            <a:extLst>
              <a:ext uri="{FF2B5EF4-FFF2-40B4-BE49-F238E27FC236}">
                <a16:creationId xmlns:a16="http://schemas.microsoft.com/office/drawing/2014/main" id="{21CD75C6-F639-739D-B089-020EF5CBFA3A}"/>
              </a:ext>
            </a:extLst>
          </p:cNvPr>
          <p:cNvSpPr txBox="1"/>
          <p:nvPr userDrawn="1"/>
        </p:nvSpPr>
        <p:spPr>
          <a:xfrm>
            <a:off x="1713038" y="3629064"/>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t>B.</a:t>
            </a:r>
          </a:p>
        </p:txBody>
      </p:sp>
      <p:sp>
        <p:nvSpPr>
          <p:cNvPr id="12" name="A">
            <a:extLst>
              <a:ext uri="{FF2B5EF4-FFF2-40B4-BE49-F238E27FC236}">
                <a16:creationId xmlns:a16="http://schemas.microsoft.com/office/drawing/2014/main" id="{76DB4DA8-CC10-506C-D27B-9B1CE227D9B0}"/>
              </a:ext>
            </a:extLst>
          </p:cNvPr>
          <p:cNvSpPr txBox="1"/>
          <p:nvPr userDrawn="1"/>
        </p:nvSpPr>
        <p:spPr>
          <a:xfrm>
            <a:off x="1708922" y="2698180"/>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t>A.</a:t>
            </a:r>
          </a:p>
        </p:txBody>
      </p:sp>
      <p:sp>
        <p:nvSpPr>
          <p:cNvPr id="19" name="Opt_D">
            <a:extLst>
              <a:ext uri="{FF2B5EF4-FFF2-40B4-BE49-F238E27FC236}">
                <a16:creationId xmlns:a16="http://schemas.microsoft.com/office/drawing/2014/main" id="{F320B7DB-043B-B1AC-2976-FCB6609BE238}"/>
              </a:ext>
            </a:extLst>
          </p:cNvPr>
          <p:cNvSpPr>
            <a:spLocks noGrp="1"/>
          </p:cNvSpPr>
          <p:nvPr>
            <p:ph type="body" sz="quarter" idx="15" hasCustomPrompt="1"/>
          </p:nvPr>
        </p:nvSpPr>
        <p:spPr>
          <a:xfrm>
            <a:off x="2338682" y="5511422"/>
            <a:ext cx="11250613" cy="836613"/>
          </a:xfrm>
        </p:spPr>
        <p:txBody>
          <a:bodyPr anchor="t">
            <a:normAutofit/>
          </a:bodyPr>
          <a:lstStyle>
            <a:lvl1pPr marL="0" indent="0">
              <a:lnSpc>
                <a:spcPct val="114000"/>
              </a:lnSpc>
              <a:spcBef>
                <a:spcPts val="0"/>
              </a:spcBef>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7" name="Opt_C">
            <a:extLst>
              <a:ext uri="{FF2B5EF4-FFF2-40B4-BE49-F238E27FC236}">
                <a16:creationId xmlns:a16="http://schemas.microsoft.com/office/drawing/2014/main" id="{DF544E43-096D-AD15-9CFA-70A320AE0272}"/>
              </a:ext>
            </a:extLst>
          </p:cNvPr>
          <p:cNvSpPr>
            <a:spLocks noGrp="1"/>
          </p:cNvSpPr>
          <p:nvPr>
            <p:ph type="body" sz="quarter" idx="14" hasCustomPrompt="1"/>
          </p:nvPr>
        </p:nvSpPr>
        <p:spPr>
          <a:xfrm>
            <a:off x="2334566" y="4568181"/>
            <a:ext cx="11250613" cy="836613"/>
          </a:xfrm>
        </p:spPr>
        <p:txBody>
          <a:bodyPr anchor="t">
            <a:normAutofit/>
          </a:bodyPr>
          <a:lstStyle>
            <a:lvl1pPr marL="0" indent="0">
              <a:lnSpc>
                <a:spcPct val="114000"/>
              </a:lnSpc>
              <a:spcBef>
                <a:spcPts val="0"/>
              </a:spcBef>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5" name="Opt_B">
            <a:extLst>
              <a:ext uri="{FF2B5EF4-FFF2-40B4-BE49-F238E27FC236}">
                <a16:creationId xmlns:a16="http://schemas.microsoft.com/office/drawing/2014/main" id="{0969321A-3DCC-F52F-8C1B-6E04397531A7}"/>
              </a:ext>
            </a:extLst>
          </p:cNvPr>
          <p:cNvSpPr>
            <a:spLocks noGrp="1"/>
          </p:cNvSpPr>
          <p:nvPr>
            <p:ph type="body" sz="quarter" idx="13" hasCustomPrompt="1"/>
          </p:nvPr>
        </p:nvSpPr>
        <p:spPr>
          <a:xfrm>
            <a:off x="2334566" y="3629064"/>
            <a:ext cx="11250613" cy="836613"/>
          </a:xfrm>
        </p:spPr>
        <p:txBody>
          <a:bodyPr anchor="t">
            <a:normAutofit/>
          </a:bodyPr>
          <a:lstStyle>
            <a:lvl1pPr marL="0" indent="0">
              <a:lnSpc>
                <a:spcPct val="114000"/>
              </a:lnSpc>
              <a:spcBef>
                <a:spcPts val="0"/>
              </a:spcBef>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3" name="Opt_A">
            <a:extLst>
              <a:ext uri="{FF2B5EF4-FFF2-40B4-BE49-F238E27FC236}">
                <a16:creationId xmlns:a16="http://schemas.microsoft.com/office/drawing/2014/main" id="{5A890064-C69C-0664-8FC1-9D4423FC9A34}"/>
              </a:ext>
            </a:extLst>
          </p:cNvPr>
          <p:cNvSpPr>
            <a:spLocks noGrp="1"/>
          </p:cNvSpPr>
          <p:nvPr>
            <p:ph type="body" sz="quarter" idx="12" hasCustomPrompt="1"/>
          </p:nvPr>
        </p:nvSpPr>
        <p:spPr>
          <a:xfrm>
            <a:off x="2330450" y="2698180"/>
            <a:ext cx="11250613" cy="836613"/>
          </a:xfrm>
        </p:spPr>
        <p:txBody>
          <a:bodyPr anchor="t">
            <a:normAutofit/>
          </a:bodyPr>
          <a:lstStyle>
            <a:lvl1pPr marL="0" indent="0">
              <a:lnSpc>
                <a:spcPct val="114000"/>
              </a:lnSpc>
              <a:spcBef>
                <a:spcPts val="0"/>
              </a:spcBef>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2" name="Q_No">
            <a:extLst>
              <a:ext uri="{FF2B5EF4-FFF2-40B4-BE49-F238E27FC236}">
                <a16:creationId xmlns:a16="http://schemas.microsoft.com/office/drawing/2014/main" id="{478376F7-6761-F612-87E3-8A171B46CBEA}"/>
              </a:ext>
            </a:extLst>
          </p:cNvPr>
          <p:cNvSpPr>
            <a:spLocks noGrp="1"/>
          </p:cNvSpPr>
          <p:nvPr>
            <p:ph type="body" sz="quarter" idx="19" hasCustomPrompt="1"/>
          </p:nvPr>
        </p:nvSpPr>
        <p:spPr>
          <a:xfrm>
            <a:off x="1562390" y="1193800"/>
            <a:ext cx="1135063" cy="830263"/>
          </a:xfrm>
        </p:spPr>
        <p:txBody>
          <a:bodyPr anchor="ctr"/>
          <a:lstStyle>
            <a:lvl1pPr marL="0" indent="0" algn="ctr">
              <a:spcBef>
                <a:spcPts val="0"/>
              </a:spcBef>
              <a:buNone/>
              <a:defRPr b="1">
                <a:solidFill>
                  <a:schemeClr val="bg1"/>
                </a:solidFill>
              </a:defRPr>
            </a:lvl1pPr>
          </a:lstStyle>
          <a:p>
            <a:pPr lvl="0"/>
            <a:r>
              <a:rPr lang="en-US"/>
              <a:t>1</a:t>
            </a:r>
          </a:p>
        </p:txBody>
      </p:sp>
      <p:sp>
        <p:nvSpPr>
          <p:cNvPr id="20" name="Q">
            <a:extLst>
              <a:ext uri="{FF2B5EF4-FFF2-40B4-BE49-F238E27FC236}">
                <a16:creationId xmlns:a16="http://schemas.microsoft.com/office/drawing/2014/main" id="{FB364DD3-476C-D30D-B61A-527947C7F43C}"/>
              </a:ext>
            </a:extLst>
          </p:cNvPr>
          <p:cNvSpPr>
            <a:spLocks noGrp="1"/>
          </p:cNvSpPr>
          <p:nvPr>
            <p:ph type="body" sz="quarter" idx="11" hasCustomPrompt="1"/>
          </p:nvPr>
        </p:nvSpPr>
        <p:spPr>
          <a:xfrm>
            <a:off x="2967015" y="580287"/>
            <a:ext cx="12401573" cy="1447009"/>
          </a:xfrm>
        </p:spPr>
        <p:txBody>
          <a:bodyPr anchor="ctr"/>
          <a:lstStyle>
            <a:lvl1pPr marL="0" indent="0">
              <a:lnSpc>
                <a:spcPct val="114000"/>
              </a:lnSpc>
              <a:spcBef>
                <a:spcPts val="0"/>
              </a:spcBef>
              <a:buNone/>
              <a:defRPr b="1"/>
            </a:lvl1pPr>
          </a:lstStyle>
          <a:p>
            <a:pPr lvl="0"/>
            <a:r>
              <a:rPr lang="en-GB"/>
              <a:t>Click to add text</a:t>
            </a:r>
            <a:endParaRPr lang="en-US"/>
          </a:p>
        </p:txBody>
      </p:sp>
    </p:spTree>
    <p:extLst>
      <p:ext uri="{BB962C8B-B14F-4D97-AF65-F5344CB8AC3E}">
        <p14:creationId xmlns:p14="http://schemas.microsoft.com/office/powerpoint/2010/main" val="43145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es_Ans_Are">
    <p:spTree>
      <p:nvGrpSpPr>
        <p:cNvPr id="1" name=""/>
        <p:cNvGrpSpPr/>
        <p:nvPr/>
      </p:nvGrpSpPr>
      <p:grpSpPr>
        <a:xfrm>
          <a:off x="0" y="0"/>
          <a:ext cx="0" cy="0"/>
          <a:chOff x="0" y="0"/>
          <a:chExt cx="0" cy="0"/>
        </a:xfrm>
      </p:grpSpPr>
      <p:pic>
        <p:nvPicPr>
          <p:cNvPr id="3" name="BG">
            <a:extLst>
              <a:ext uri="{FF2B5EF4-FFF2-40B4-BE49-F238E27FC236}">
                <a16:creationId xmlns:a16="http://schemas.microsoft.com/office/drawing/2014/main" id="{2F8347C9-CC7D-0DF8-C02A-47B5723D8572}"/>
              </a:ext>
            </a:extLst>
          </p:cNvPr>
          <p:cNvPicPr preferRelativeResize="0"/>
          <p:nvPr userDrawn="1"/>
        </p:nvPicPr>
        <p:blipFill>
          <a:blip r:embed="rId2"/>
          <a:srcRect/>
          <a:stretch/>
        </p:blipFill>
        <p:spPr>
          <a:xfrm>
            <a:off x="1" y="1"/>
            <a:ext cx="16255999" cy="9143999"/>
          </a:xfrm>
          <a:prstGeom prst="rect">
            <a:avLst/>
          </a:prstGeom>
          <a:noFill/>
          <a:ln>
            <a:noFill/>
          </a:ln>
        </p:spPr>
      </p:pic>
      <p:sp>
        <p:nvSpPr>
          <p:cNvPr id="4" name="C_Ans">
            <a:extLst>
              <a:ext uri="{FF2B5EF4-FFF2-40B4-BE49-F238E27FC236}">
                <a16:creationId xmlns:a16="http://schemas.microsoft.com/office/drawing/2014/main" id="{06DF12F7-7FC3-A6A0-1F9D-2B31AAB76C62}"/>
              </a:ext>
            </a:extLst>
          </p:cNvPr>
          <p:cNvSpPr txBox="1"/>
          <p:nvPr userDrawn="1"/>
        </p:nvSpPr>
        <p:spPr>
          <a:xfrm>
            <a:off x="670034" y="7369706"/>
            <a:ext cx="2913425"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3F3F3F"/>
                </a:solidFill>
                <a:latin typeface="Open Sans"/>
                <a:ea typeface="Open Sans"/>
                <a:cs typeface="Open Sans"/>
                <a:sym typeface="Open Sans"/>
              </a:rPr>
              <a:t>The correct answer are</a:t>
            </a:r>
            <a:endParaRPr sz="1400" b="0" i="0" u="none" strike="noStrike" cap="none">
              <a:solidFill>
                <a:srgbClr val="000000"/>
              </a:solidFill>
              <a:latin typeface="Open Sans"/>
              <a:ea typeface="Open Sans"/>
              <a:cs typeface="Open Sans"/>
              <a:sym typeface="Open Sans"/>
            </a:endParaRPr>
          </a:p>
        </p:txBody>
      </p:sp>
      <p:cxnSp>
        <p:nvCxnSpPr>
          <p:cNvPr id="5" name="Ans_Line_2">
            <a:extLst>
              <a:ext uri="{FF2B5EF4-FFF2-40B4-BE49-F238E27FC236}">
                <a16:creationId xmlns:a16="http://schemas.microsoft.com/office/drawing/2014/main" id="{B75A6E75-5672-578C-B075-BA07AABDEC08}"/>
              </a:ext>
            </a:extLst>
          </p:cNvPr>
          <p:cNvCxnSpPr/>
          <p:nvPr userDrawn="1"/>
        </p:nvCxnSpPr>
        <p:spPr>
          <a:xfrm>
            <a:off x="670034" y="7854368"/>
            <a:ext cx="13167360" cy="0"/>
          </a:xfrm>
          <a:prstGeom prst="straightConnector1">
            <a:avLst/>
          </a:prstGeom>
          <a:noFill/>
          <a:ln w="9525" cap="flat" cmpd="sng">
            <a:solidFill>
              <a:schemeClr val="dk1"/>
            </a:solidFill>
            <a:prstDash val="solid"/>
            <a:round/>
            <a:headEnd type="none" w="sm" len="sm"/>
            <a:tailEnd type="none" w="sm" len="sm"/>
          </a:ln>
        </p:spPr>
      </p:cxnSp>
      <p:cxnSp>
        <p:nvCxnSpPr>
          <p:cNvPr id="6" name="Ans_Line">
            <a:extLst>
              <a:ext uri="{FF2B5EF4-FFF2-40B4-BE49-F238E27FC236}">
                <a16:creationId xmlns:a16="http://schemas.microsoft.com/office/drawing/2014/main" id="{B67B1844-0936-2346-DC2D-072812F8FF82}"/>
              </a:ext>
            </a:extLst>
          </p:cNvPr>
          <p:cNvCxnSpPr/>
          <p:nvPr userDrawn="1"/>
        </p:nvCxnSpPr>
        <p:spPr>
          <a:xfrm>
            <a:off x="649436" y="7265358"/>
            <a:ext cx="13167360" cy="0"/>
          </a:xfrm>
          <a:prstGeom prst="straightConnector1">
            <a:avLst/>
          </a:prstGeom>
          <a:noFill/>
          <a:ln w="9525" cap="flat" cmpd="sng">
            <a:solidFill>
              <a:schemeClr val="dk1"/>
            </a:solidFill>
            <a:prstDash val="solid"/>
            <a:round/>
            <a:headEnd type="none" w="sm" len="sm"/>
            <a:tailEnd type="none" w="sm" len="sm"/>
          </a:ln>
        </p:spPr>
      </p:cxnSp>
      <p:sp>
        <p:nvSpPr>
          <p:cNvPr id="7" name="Ans_text">
            <a:extLst>
              <a:ext uri="{FF2B5EF4-FFF2-40B4-BE49-F238E27FC236}">
                <a16:creationId xmlns:a16="http://schemas.microsoft.com/office/drawing/2014/main" id="{505D6B31-CF67-8AE8-6D6C-1AE10E434FE3}"/>
              </a:ext>
            </a:extLst>
          </p:cNvPr>
          <p:cNvSpPr>
            <a:spLocks noGrp="1"/>
          </p:cNvSpPr>
          <p:nvPr>
            <p:ph type="body" sz="quarter" idx="18" hasCustomPrompt="1"/>
          </p:nvPr>
        </p:nvSpPr>
        <p:spPr>
          <a:xfrm>
            <a:off x="3484605" y="7277661"/>
            <a:ext cx="8601033" cy="584200"/>
          </a:xfrm>
        </p:spPr>
        <p:txBody>
          <a:bodyPr anchor="ctr">
            <a:normAutofit/>
          </a:bodyPr>
          <a:lstStyle>
            <a:lvl1pPr marL="0" indent="0">
              <a:spcBef>
                <a:spcPts val="0"/>
              </a:spcBef>
              <a:buNone/>
              <a:defRPr sz="2000" b="1">
                <a:solidFill>
                  <a:srgbClr val="024F93"/>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8" name="Ans_Desc_Text_Box">
            <a:extLst>
              <a:ext uri="{FF2B5EF4-FFF2-40B4-BE49-F238E27FC236}">
                <a16:creationId xmlns:a16="http://schemas.microsoft.com/office/drawing/2014/main" id="{2AA669A4-854E-BC52-A6EB-CEC258CCD135}"/>
              </a:ext>
            </a:extLst>
          </p:cNvPr>
          <p:cNvSpPr>
            <a:spLocks noGrp="1"/>
          </p:cNvSpPr>
          <p:nvPr>
            <p:ph type="body" sz="quarter" idx="16" hasCustomPrompt="1"/>
          </p:nvPr>
        </p:nvSpPr>
        <p:spPr>
          <a:xfrm>
            <a:off x="669925" y="7935913"/>
            <a:ext cx="13095288" cy="1004887"/>
          </a:xfrm>
        </p:spPr>
        <p:txBody>
          <a:bodyPr>
            <a:normAutofit/>
          </a:bodyPr>
          <a:lstStyle>
            <a:lvl1pPr marL="0" indent="0">
              <a:spcBef>
                <a:spcPts val="0"/>
              </a:spcBef>
              <a:buNone/>
              <a:defRPr sz="2000" b="1"/>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9" name="Box">
            <a:extLst>
              <a:ext uri="{FF2B5EF4-FFF2-40B4-BE49-F238E27FC236}">
                <a16:creationId xmlns:a16="http://schemas.microsoft.com/office/drawing/2014/main" id="{4ADF7E3A-81A0-2B00-A3DE-320BBA3EAADC}"/>
              </a:ext>
            </a:extLst>
          </p:cNvPr>
          <p:cNvSpPr/>
          <p:nvPr userDrawn="1"/>
        </p:nvSpPr>
        <p:spPr>
          <a:xfrm>
            <a:off x="1281113" y="584654"/>
            <a:ext cx="1685902" cy="1438275"/>
          </a:xfrm>
          <a:prstGeom prst="rect">
            <a:avLst/>
          </a:prstGeom>
          <a:solidFill>
            <a:srgbClr val="3D9C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KT_Text">
            <a:extLst>
              <a:ext uri="{FF2B5EF4-FFF2-40B4-BE49-F238E27FC236}">
                <a16:creationId xmlns:a16="http://schemas.microsoft.com/office/drawing/2014/main" id="{65E260BD-9AEB-3002-A10D-0ED784F237CC}"/>
              </a:ext>
            </a:extLst>
          </p:cNvPr>
          <p:cNvSpPr txBox="1"/>
          <p:nvPr userDrawn="1"/>
        </p:nvSpPr>
        <p:spPr>
          <a:xfrm>
            <a:off x="1280469" y="732325"/>
            <a:ext cx="1698904" cy="4616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a:solidFill>
                  <a:srgbClr val="FFFFFF"/>
                </a:solidFill>
                <a:latin typeface="Open Sans"/>
                <a:ea typeface="Open Sans"/>
                <a:cs typeface="Open Sans"/>
                <a:sym typeface="Open Sans"/>
              </a:rPr>
              <a:t>Knowledge Check</a:t>
            </a:r>
            <a:endParaRPr sz="2000" b="1" i="0" u="none" strike="noStrike" cap="none">
              <a:solidFill>
                <a:srgbClr val="FFFFFF"/>
              </a:solidFill>
              <a:latin typeface="Open Sans"/>
              <a:ea typeface="Open Sans"/>
              <a:cs typeface="Open Sans"/>
              <a:sym typeface="Open Sans"/>
            </a:endParaRPr>
          </a:p>
        </p:txBody>
      </p:sp>
      <p:sp>
        <p:nvSpPr>
          <p:cNvPr id="11" name="Rec_Box">
            <a:extLst>
              <a:ext uri="{FF2B5EF4-FFF2-40B4-BE49-F238E27FC236}">
                <a16:creationId xmlns:a16="http://schemas.microsoft.com/office/drawing/2014/main" id="{667E1C0D-1A8F-3FEE-62D2-1CF59B597F36}"/>
              </a:ext>
            </a:extLst>
          </p:cNvPr>
          <p:cNvSpPr/>
          <p:nvPr userDrawn="1"/>
        </p:nvSpPr>
        <p:spPr>
          <a:xfrm>
            <a:off x="1275907" y="580480"/>
            <a:ext cx="14093455" cy="1446622"/>
          </a:xfrm>
          <a:prstGeom prst="rect">
            <a:avLst/>
          </a:prstGeom>
          <a:noFill/>
          <a:ln w="12700">
            <a:solidFill>
              <a:srgbClr val="3D9C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
            <a:extLst>
              <a:ext uri="{FF2B5EF4-FFF2-40B4-BE49-F238E27FC236}">
                <a16:creationId xmlns:a16="http://schemas.microsoft.com/office/drawing/2014/main" id="{A40B7AF7-3696-C4FB-D945-5436FC8398CE}"/>
              </a:ext>
            </a:extLst>
          </p:cNvPr>
          <p:cNvSpPr txBox="1"/>
          <p:nvPr userDrawn="1"/>
        </p:nvSpPr>
        <p:spPr>
          <a:xfrm>
            <a:off x="1708922" y="2698180"/>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t>A.</a:t>
            </a:r>
          </a:p>
        </p:txBody>
      </p:sp>
      <p:sp>
        <p:nvSpPr>
          <p:cNvPr id="13" name="Opt_A">
            <a:extLst>
              <a:ext uri="{FF2B5EF4-FFF2-40B4-BE49-F238E27FC236}">
                <a16:creationId xmlns:a16="http://schemas.microsoft.com/office/drawing/2014/main" id="{1494EC36-DEF5-5104-F8EA-E3D4B2BBD8E4}"/>
              </a:ext>
            </a:extLst>
          </p:cNvPr>
          <p:cNvSpPr>
            <a:spLocks noGrp="1"/>
          </p:cNvSpPr>
          <p:nvPr>
            <p:ph type="body" sz="quarter" idx="12" hasCustomPrompt="1"/>
          </p:nvPr>
        </p:nvSpPr>
        <p:spPr>
          <a:xfrm>
            <a:off x="2330450" y="2698180"/>
            <a:ext cx="11250613" cy="836613"/>
          </a:xfrm>
        </p:spPr>
        <p:txBody>
          <a:bodyPr anchor="t">
            <a:normAutofit/>
          </a:bodyPr>
          <a:lstStyle>
            <a:lvl1pPr marL="0" indent="0">
              <a:lnSpc>
                <a:spcPct val="114000"/>
              </a:lnSpc>
              <a:spcBef>
                <a:spcPts val="0"/>
              </a:spcBef>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4" name="B">
            <a:extLst>
              <a:ext uri="{FF2B5EF4-FFF2-40B4-BE49-F238E27FC236}">
                <a16:creationId xmlns:a16="http://schemas.microsoft.com/office/drawing/2014/main" id="{9AFF282F-7CD2-660E-F6FB-6A6841171D6F}"/>
              </a:ext>
            </a:extLst>
          </p:cNvPr>
          <p:cNvSpPr txBox="1"/>
          <p:nvPr userDrawn="1"/>
        </p:nvSpPr>
        <p:spPr>
          <a:xfrm>
            <a:off x="1713038" y="3629064"/>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t>B.</a:t>
            </a:r>
          </a:p>
        </p:txBody>
      </p:sp>
      <p:sp>
        <p:nvSpPr>
          <p:cNvPr id="15" name="Opt_B">
            <a:extLst>
              <a:ext uri="{FF2B5EF4-FFF2-40B4-BE49-F238E27FC236}">
                <a16:creationId xmlns:a16="http://schemas.microsoft.com/office/drawing/2014/main" id="{01ADAF17-D7DF-669F-96A4-A5A66652F7E4}"/>
              </a:ext>
            </a:extLst>
          </p:cNvPr>
          <p:cNvSpPr>
            <a:spLocks noGrp="1"/>
          </p:cNvSpPr>
          <p:nvPr>
            <p:ph type="body" sz="quarter" idx="13" hasCustomPrompt="1"/>
          </p:nvPr>
        </p:nvSpPr>
        <p:spPr>
          <a:xfrm>
            <a:off x="2334566" y="3629064"/>
            <a:ext cx="11250613" cy="836613"/>
          </a:xfrm>
        </p:spPr>
        <p:txBody>
          <a:bodyPr anchor="t">
            <a:normAutofit/>
          </a:bodyPr>
          <a:lstStyle>
            <a:lvl1pPr marL="0" indent="0">
              <a:lnSpc>
                <a:spcPct val="114000"/>
              </a:lnSpc>
              <a:spcBef>
                <a:spcPts val="0"/>
              </a:spcBef>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6" name="C">
            <a:extLst>
              <a:ext uri="{FF2B5EF4-FFF2-40B4-BE49-F238E27FC236}">
                <a16:creationId xmlns:a16="http://schemas.microsoft.com/office/drawing/2014/main" id="{E0054334-AE0D-D3F5-C186-9EAB001CEBAA}"/>
              </a:ext>
            </a:extLst>
          </p:cNvPr>
          <p:cNvSpPr txBox="1"/>
          <p:nvPr userDrawn="1"/>
        </p:nvSpPr>
        <p:spPr>
          <a:xfrm>
            <a:off x="1713038" y="4568181"/>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t>C.</a:t>
            </a:r>
          </a:p>
        </p:txBody>
      </p:sp>
      <p:sp>
        <p:nvSpPr>
          <p:cNvPr id="17" name="Opt_C">
            <a:extLst>
              <a:ext uri="{FF2B5EF4-FFF2-40B4-BE49-F238E27FC236}">
                <a16:creationId xmlns:a16="http://schemas.microsoft.com/office/drawing/2014/main" id="{98DDCBFB-B945-8ADF-F3B2-02F8E9E10B08}"/>
              </a:ext>
            </a:extLst>
          </p:cNvPr>
          <p:cNvSpPr>
            <a:spLocks noGrp="1"/>
          </p:cNvSpPr>
          <p:nvPr>
            <p:ph type="body" sz="quarter" idx="14" hasCustomPrompt="1"/>
          </p:nvPr>
        </p:nvSpPr>
        <p:spPr>
          <a:xfrm>
            <a:off x="2334566" y="4568181"/>
            <a:ext cx="11250613" cy="836613"/>
          </a:xfrm>
        </p:spPr>
        <p:txBody>
          <a:bodyPr anchor="t">
            <a:normAutofit/>
          </a:bodyPr>
          <a:lstStyle>
            <a:lvl1pPr marL="0" indent="0">
              <a:lnSpc>
                <a:spcPct val="114000"/>
              </a:lnSpc>
              <a:spcBef>
                <a:spcPts val="0"/>
              </a:spcBef>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8" name="D">
            <a:extLst>
              <a:ext uri="{FF2B5EF4-FFF2-40B4-BE49-F238E27FC236}">
                <a16:creationId xmlns:a16="http://schemas.microsoft.com/office/drawing/2014/main" id="{A5C29CAE-D65C-162C-E28E-5C00B6BF49E6}"/>
              </a:ext>
            </a:extLst>
          </p:cNvPr>
          <p:cNvSpPr txBox="1"/>
          <p:nvPr userDrawn="1"/>
        </p:nvSpPr>
        <p:spPr>
          <a:xfrm>
            <a:off x="1717154" y="5511422"/>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t>D.</a:t>
            </a:r>
          </a:p>
        </p:txBody>
      </p:sp>
      <p:sp>
        <p:nvSpPr>
          <p:cNvPr id="19" name="Opt_D">
            <a:extLst>
              <a:ext uri="{FF2B5EF4-FFF2-40B4-BE49-F238E27FC236}">
                <a16:creationId xmlns:a16="http://schemas.microsoft.com/office/drawing/2014/main" id="{787DB315-5654-6FF4-4775-BE435BA1CC23}"/>
              </a:ext>
            </a:extLst>
          </p:cNvPr>
          <p:cNvSpPr>
            <a:spLocks noGrp="1"/>
          </p:cNvSpPr>
          <p:nvPr>
            <p:ph type="body" sz="quarter" idx="15" hasCustomPrompt="1"/>
          </p:nvPr>
        </p:nvSpPr>
        <p:spPr>
          <a:xfrm>
            <a:off x="2338682" y="5511422"/>
            <a:ext cx="11250613" cy="836613"/>
          </a:xfrm>
        </p:spPr>
        <p:txBody>
          <a:bodyPr anchor="t">
            <a:normAutofit/>
          </a:bodyPr>
          <a:lstStyle>
            <a:lvl1pPr marL="0" indent="0">
              <a:lnSpc>
                <a:spcPct val="114000"/>
              </a:lnSpc>
              <a:spcBef>
                <a:spcPts val="0"/>
              </a:spcBef>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2" name="Q_No">
            <a:extLst>
              <a:ext uri="{FF2B5EF4-FFF2-40B4-BE49-F238E27FC236}">
                <a16:creationId xmlns:a16="http://schemas.microsoft.com/office/drawing/2014/main" id="{CFDB5F30-1443-61A1-5CA2-AB7E885C4956}"/>
              </a:ext>
            </a:extLst>
          </p:cNvPr>
          <p:cNvSpPr>
            <a:spLocks noGrp="1"/>
          </p:cNvSpPr>
          <p:nvPr>
            <p:ph type="body" sz="quarter" idx="10" hasCustomPrompt="1"/>
          </p:nvPr>
        </p:nvSpPr>
        <p:spPr>
          <a:xfrm>
            <a:off x="1562390" y="1193800"/>
            <a:ext cx="1135063" cy="830263"/>
          </a:xfrm>
        </p:spPr>
        <p:txBody>
          <a:bodyPr anchor="ctr"/>
          <a:lstStyle>
            <a:lvl1pPr marL="0" indent="0" algn="ctr">
              <a:spcBef>
                <a:spcPts val="0"/>
              </a:spcBef>
              <a:buNone/>
              <a:defRPr b="1">
                <a:solidFill>
                  <a:schemeClr val="bg1"/>
                </a:solidFill>
              </a:defRPr>
            </a:lvl1pPr>
          </a:lstStyle>
          <a:p>
            <a:pPr lvl="0"/>
            <a:r>
              <a:rPr lang="en-US"/>
              <a:t>1</a:t>
            </a:r>
          </a:p>
        </p:txBody>
      </p:sp>
      <p:sp>
        <p:nvSpPr>
          <p:cNvPr id="21" name="Q">
            <a:extLst>
              <a:ext uri="{FF2B5EF4-FFF2-40B4-BE49-F238E27FC236}">
                <a16:creationId xmlns:a16="http://schemas.microsoft.com/office/drawing/2014/main" id="{646C9171-C90A-CE6F-362D-1492FCF9F9F9}"/>
              </a:ext>
            </a:extLst>
          </p:cNvPr>
          <p:cNvSpPr>
            <a:spLocks noGrp="1"/>
          </p:cNvSpPr>
          <p:nvPr>
            <p:ph type="body" sz="quarter" idx="11" hasCustomPrompt="1"/>
          </p:nvPr>
        </p:nvSpPr>
        <p:spPr>
          <a:xfrm>
            <a:off x="2967015" y="580287"/>
            <a:ext cx="12401573" cy="1447009"/>
          </a:xfrm>
        </p:spPr>
        <p:txBody>
          <a:bodyPr anchor="ctr"/>
          <a:lstStyle>
            <a:lvl1pPr marL="0" indent="0">
              <a:lnSpc>
                <a:spcPct val="114000"/>
              </a:lnSpc>
              <a:spcBef>
                <a:spcPts val="0"/>
              </a:spcBef>
              <a:buNone/>
              <a:defRPr b="1"/>
            </a:lvl1pPr>
          </a:lstStyle>
          <a:p>
            <a:pPr lvl="0"/>
            <a:r>
              <a:rPr lang="en-GB"/>
              <a:t>Click to add text</a:t>
            </a:r>
            <a:endParaRPr lang="en-US"/>
          </a:p>
        </p:txBody>
      </p:sp>
    </p:spTree>
    <p:extLst>
      <p:ext uri="{BB962C8B-B14F-4D97-AF65-F5344CB8AC3E}">
        <p14:creationId xmlns:p14="http://schemas.microsoft.com/office/powerpoint/2010/main" val="21061551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Key Takeaways" preserve="1" userDrawn="1">
  <p:cSld name="Key Takeaways">
    <p:spTree>
      <p:nvGrpSpPr>
        <p:cNvPr id="1" name="Shape 129"/>
        <p:cNvGrpSpPr/>
        <p:nvPr/>
      </p:nvGrpSpPr>
      <p:grpSpPr>
        <a:xfrm>
          <a:off x="0" y="0"/>
          <a:ext cx="0" cy="0"/>
          <a:chOff x="0" y="0"/>
          <a:chExt cx="0" cy="0"/>
        </a:xfrm>
      </p:grpSpPr>
      <p:pic>
        <p:nvPicPr>
          <p:cNvPr id="130" name="Google Shape;130;p33"/>
          <p:cNvPicPr preferRelativeResize="0"/>
          <p:nvPr/>
        </p:nvPicPr>
        <p:blipFill>
          <a:blip r:embed="rId2"/>
          <a:srcRect/>
          <a:stretch/>
        </p:blipFill>
        <p:spPr>
          <a:xfrm>
            <a:off x="0" y="0"/>
            <a:ext cx="16255999" cy="9143999"/>
          </a:xfrm>
          <a:prstGeom prst="rect">
            <a:avLst/>
          </a:prstGeom>
          <a:noFill/>
          <a:ln>
            <a:noFill/>
          </a:ln>
        </p:spPr>
      </p:pic>
      <p:sp>
        <p:nvSpPr>
          <p:cNvPr id="2" name="Google Shape;47;p27">
            <a:extLst>
              <a:ext uri="{FF2B5EF4-FFF2-40B4-BE49-F238E27FC236}">
                <a16:creationId xmlns:a16="http://schemas.microsoft.com/office/drawing/2014/main" id="{DFADBA2E-0E91-C8B8-3A16-37E16A8024BC}"/>
              </a:ext>
            </a:extLst>
          </p:cNvPr>
          <p:cNvSpPr/>
          <p:nvPr userDrawn="1"/>
        </p:nvSpPr>
        <p:spPr>
          <a:xfrm>
            <a:off x="2747395" y="274390"/>
            <a:ext cx="4819800" cy="523200"/>
          </a:xfrm>
          <a:prstGeom prst="rect">
            <a:avLst/>
          </a:prstGeom>
          <a:noFill/>
          <a:ln>
            <a:noFill/>
          </a:ln>
        </p:spPr>
        <p:txBody>
          <a:bodyPr spcFirstLastPara="1" wrap="square" lIns="91425" tIns="45700" rIns="91425" bIns="45700" anchor="t" anchorCtr="0">
            <a:spAutoFit/>
          </a:bodyPr>
          <a:lstStyle/>
          <a:p>
            <a:pPr marL="228600" marR="0" lvl="0" indent="0" algn="ctr" rtl="0">
              <a:lnSpc>
                <a:spcPct val="100000"/>
              </a:lnSpc>
              <a:spcBef>
                <a:spcPts val="0"/>
              </a:spcBef>
              <a:spcAft>
                <a:spcPts val="0"/>
              </a:spcAft>
              <a:buClr>
                <a:srgbClr val="3F3F3F"/>
              </a:buClr>
              <a:buSzPts val="2200"/>
              <a:buFont typeface="Arial"/>
              <a:buNone/>
            </a:pPr>
            <a:r>
              <a:rPr lang="en-US" sz="2800" b="1" i="0" u="none" strike="noStrike" cap="none">
                <a:solidFill>
                  <a:srgbClr val="3F3F3F"/>
                </a:solidFill>
                <a:latin typeface="Open Sans"/>
                <a:ea typeface="Open Sans"/>
                <a:cs typeface="Open Sans"/>
                <a:sym typeface="Open Sans"/>
              </a:rPr>
              <a:t>Key Takeaways</a:t>
            </a:r>
            <a:endParaRPr lang="en-US" sz="1400" b="0" i="0" u="none" strike="noStrike" cap="none">
              <a:solidFill>
                <a:srgbClr val="000000"/>
              </a:solidFill>
              <a:latin typeface="Arial"/>
              <a:ea typeface="Arial"/>
              <a:cs typeface="Arial"/>
              <a:sym typeface="Arial"/>
            </a:endParaRPr>
          </a:p>
        </p:txBody>
      </p:sp>
      <p:sp>
        <p:nvSpPr>
          <p:cNvPr id="4" name="Brandline_LVC">
            <a:extLst>
              <a:ext uri="{FF2B5EF4-FFF2-40B4-BE49-F238E27FC236}">
                <a16:creationId xmlns:a16="http://schemas.microsoft.com/office/drawing/2014/main" id="{F274DB65-9471-8FF1-5F67-3A8B02FBF3BD}"/>
              </a:ext>
            </a:extLst>
          </p:cNvPr>
          <p:cNvSpPr/>
          <p:nvPr userDrawn="1"/>
        </p:nvSpPr>
        <p:spPr>
          <a:xfrm>
            <a:off x="3468553" y="837660"/>
            <a:ext cx="337748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4">
            <a:extLst>
              <a:ext uri="{FF2B5EF4-FFF2-40B4-BE49-F238E27FC236}">
                <a16:creationId xmlns:a16="http://schemas.microsoft.com/office/drawing/2014/main" id="{96AF3B2F-06F8-C0B9-F594-763BF82CAEE1}"/>
              </a:ext>
            </a:extLst>
          </p:cNvPr>
          <p:cNvSpPr>
            <a:spLocks noGrp="1"/>
          </p:cNvSpPr>
          <p:nvPr>
            <p:ph type="body" sz="quarter" idx="15" hasCustomPrompt="1"/>
          </p:nvPr>
        </p:nvSpPr>
        <p:spPr>
          <a:xfrm>
            <a:off x="1332875" y="1967907"/>
            <a:ext cx="9036000" cy="1011600"/>
          </a:xfrm>
        </p:spPr>
        <p:txBody>
          <a:bodyPr vert="horz" lIns="91440" tIns="45720" rIns="91440" bIns="45720" rtlCol="0" anchor="t">
            <a:normAutofit/>
          </a:bodyPr>
          <a:lstStyle>
            <a:lvl1pPr marL="0" indent="0">
              <a:buNone/>
              <a:defRPr lang="en-GB" dirty="0"/>
            </a:lvl1pPr>
          </a:lstStyle>
          <a:p>
            <a:pPr marL="228600" lvl="0" indent="-228600">
              <a:spcBef>
                <a:spcPts val="0"/>
              </a:spcBef>
            </a:pPr>
            <a:r>
              <a:rPr lang="en-GB"/>
              <a:t>Click to add text</a:t>
            </a:r>
          </a:p>
        </p:txBody>
      </p:sp>
      <p:sp>
        <p:nvSpPr>
          <p:cNvPr id="5" name="Text Placeholder 4">
            <a:extLst>
              <a:ext uri="{FF2B5EF4-FFF2-40B4-BE49-F238E27FC236}">
                <a16:creationId xmlns:a16="http://schemas.microsoft.com/office/drawing/2014/main" id="{887B16BD-1678-AAEB-705C-ACC6F4E638BB}"/>
              </a:ext>
            </a:extLst>
          </p:cNvPr>
          <p:cNvSpPr>
            <a:spLocks noGrp="1"/>
          </p:cNvSpPr>
          <p:nvPr>
            <p:ph type="body" sz="quarter" idx="16" hasCustomPrompt="1"/>
          </p:nvPr>
        </p:nvSpPr>
        <p:spPr>
          <a:xfrm>
            <a:off x="1332356" y="2755555"/>
            <a:ext cx="9036000" cy="1011600"/>
          </a:xfrm>
        </p:spPr>
        <p:txBody>
          <a:bodyPr anchor="t"/>
          <a:lstStyle>
            <a:lvl1pPr marL="0" indent="0">
              <a:lnSpc>
                <a:spcPct val="114000"/>
              </a:lnSpc>
              <a:spcBef>
                <a:spcPts val="0"/>
              </a:spcBef>
              <a:buFont typeface="Arial" panose="020B0604020202020204" pitchFamily="34" charset="0"/>
              <a:buNone/>
              <a:defRPr/>
            </a:lvl1pPr>
            <a:lvl2pPr>
              <a:spcBef>
                <a:spcPts val="0"/>
              </a:spcBef>
              <a:defRPr/>
            </a:lvl2pPr>
            <a:lvl3pPr>
              <a:spcBef>
                <a:spcPts val="0"/>
              </a:spcBef>
              <a:defRPr/>
            </a:lvl3pPr>
          </a:lstStyle>
          <a:p>
            <a:pPr lvl="0"/>
            <a:r>
              <a:rPr lang="en-GB"/>
              <a:t>Click to add text</a:t>
            </a:r>
          </a:p>
        </p:txBody>
      </p:sp>
      <p:sp>
        <p:nvSpPr>
          <p:cNvPr id="6" name="Text Placeholder 4">
            <a:extLst>
              <a:ext uri="{FF2B5EF4-FFF2-40B4-BE49-F238E27FC236}">
                <a16:creationId xmlns:a16="http://schemas.microsoft.com/office/drawing/2014/main" id="{9DA0B994-BAF5-3871-1AE2-2955090941D6}"/>
              </a:ext>
            </a:extLst>
          </p:cNvPr>
          <p:cNvSpPr>
            <a:spLocks noGrp="1"/>
          </p:cNvSpPr>
          <p:nvPr>
            <p:ph type="body" sz="quarter" idx="17" hasCustomPrompt="1"/>
          </p:nvPr>
        </p:nvSpPr>
        <p:spPr>
          <a:xfrm>
            <a:off x="1331837" y="3567917"/>
            <a:ext cx="9036000" cy="1011600"/>
          </a:xfrm>
        </p:spPr>
        <p:txBody>
          <a:bodyPr anchor="t"/>
          <a:lstStyle>
            <a:lvl1pPr marL="0" indent="0">
              <a:lnSpc>
                <a:spcPct val="114000"/>
              </a:lnSpc>
              <a:spcBef>
                <a:spcPts val="0"/>
              </a:spcBef>
              <a:buFont typeface="Arial" panose="020B0604020202020204" pitchFamily="34" charset="0"/>
              <a:buNone/>
              <a:defRPr/>
            </a:lvl1pPr>
            <a:lvl2pPr>
              <a:spcBef>
                <a:spcPts val="0"/>
              </a:spcBef>
              <a:defRPr/>
            </a:lvl2pPr>
            <a:lvl3pPr>
              <a:spcBef>
                <a:spcPts val="0"/>
              </a:spcBef>
              <a:defRPr/>
            </a:lvl3pPr>
          </a:lstStyle>
          <a:p>
            <a:pPr lvl="0"/>
            <a:r>
              <a:rPr lang="en-GB"/>
              <a:t>Click to add text</a:t>
            </a:r>
          </a:p>
        </p:txBody>
      </p:sp>
      <p:sp>
        <p:nvSpPr>
          <p:cNvPr id="7" name="Text Placeholder 4">
            <a:extLst>
              <a:ext uri="{FF2B5EF4-FFF2-40B4-BE49-F238E27FC236}">
                <a16:creationId xmlns:a16="http://schemas.microsoft.com/office/drawing/2014/main" id="{9153C8D8-C81D-C688-AD6D-054C831ED8FF}"/>
              </a:ext>
            </a:extLst>
          </p:cNvPr>
          <p:cNvSpPr>
            <a:spLocks noGrp="1"/>
          </p:cNvSpPr>
          <p:nvPr>
            <p:ph type="body" sz="quarter" idx="18" hasCustomPrompt="1"/>
          </p:nvPr>
        </p:nvSpPr>
        <p:spPr>
          <a:xfrm>
            <a:off x="1332873" y="4392637"/>
            <a:ext cx="9034445" cy="1010072"/>
          </a:xfrm>
        </p:spPr>
        <p:txBody>
          <a:bodyPr anchor="t"/>
          <a:lstStyle>
            <a:lvl1pPr marL="0" indent="0">
              <a:lnSpc>
                <a:spcPct val="114000"/>
              </a:lnSpc>
              <a:spcBef>
                <a:spcPts val="0"/>
              </a:spcBef>
              <a:buFont typeface="Arial" panose="020B0604020202020204" pitchFamily="34" charset="0"/>
              <a:buNone/>
              <a:defRPr/>
            </a:lvl1pPr>
            <a:lvl2pPr>
              <a:spcBef>
                <a:spcPts val="0"/>
              </a:spcBef>
              <a:defRPr/>
            </a:lvl2pPr>
            <a:lvl3pPr>
              <a:spcBef>
                <a:spcPts val="0"/>
              </a:spcBef>
              <a:defRPr/>
            </a:lvl3pPr>
          </a:lstStyle>
          <a:p>
            <a:pPr lvl="0"/>
            <a:r>
              <a:rPr lang="en-GB"/>
              <a:t>Click to add text</a:t>
            </a:r>
          </a:p>
        </p:txBody>
      </p:sp>
      <p:grpSp>
        <p:nvGrpSpPr>
          <p:cNvPr id="23" name="Group 22" hidden="1">
            <a:extLst>
              <a:ext uri="{FF2B5EF4-FFF2-40B4-BE49-F238E27FC236}">
                <a16:creationId xmlns:a16="http://schemas.microsoft.com/office/drawing/2014/main" id="{7D3CB7FC-1EE6-F753-459E-16D565CC72D5}"/>
              </a:ext>
            </a:extLst>
          </p:cNvPr>
          <p:cNvGrpSpPr>
            <a:grpSpLocks noGrp="1" noUngrp="1" noRot="1" noMove="1" noResize="1"/>
          </p:cNvGrpSpPr>
          <p:nvPr userDrawn="1"/>
        </p:nvGrpSpPr>
        <p:grpSpPr>
          <a:xfrm>
            <a:off x="1239953" y="642551"/>
            <a:ext cx="4011669" cy="4670397"/>
            <a:chOff x="1239953" y="642551"/>
            <a:chExt cx="4011669" cy="4670397"/>
          </a:xfrm>
        </p:grpSpPr>
        <p:sp>
          <p:nvSpPr>
            <p:cNvPr id="24" name="Rectangle 23">
              <a:extLst>
                <a:ext uri="{FF2B5EF4-FFF2-40B4-BE49-F238E27FC236}">
                  <a16:creationId xmlns:a16="http://schemas.microsoft.com/office/drawing/2014/main" id="{7938B2B5-F7D2-93C4-4B9B-2A8705CFBB0D}"/>
                </a:ext>
              </a:extLst>
            </p:cNvPr>
            <p:cNvSpPr>
              <a:spLocks noGrp="1" noRot="1" noMove="1" noResize="1" noEditPoints="1" noAdjustHandles="1" noChangeArrowheads="1" noChangeShapeType="1"/>
            </p:cNvSpPr>
            <p:nvPr userDrawn="1"/>
          </p:nvSpPr>
          <p:spPr>
            <a:xfrm>
              <a:off x="2967652" y="642551"/>
              <a:ext cx="2283970" cy="14951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C60516D-1A86-E05D-CDB5-234F5B190421}"/>
                </a:ext>
              </a:extLst>
            </p:cNvPr>
            <p:cNvSpPr>
              <a:spLocks noGrp="1" noRot="1" noMove="1" noResize="1" noEditPoints="1" noAdjustHandles="1" noChangeArrowheads="1" noChangeShapeType="1"/>
            </p:cNvSpPr>
            <p:nvPr userDrawn="1"/>
          </p:nvSpPr>
          <p:spPr>
            <a:xfrm>
              <a:off x="1239953" y="2290530"/>
              <a:ext cx="594000" cy="59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1049D24-171C-A4CE-5C84-362BCAE9D2EF}"/>
                </a:ext>
              </a:extLst>
            </p:cNvPr>
            <p:cNvSpPr>
              <a:spLocks noGrp="1" noRot="1" noMove="1" noResize="1" noEditPoints="1" noAdjustHandles="1" noChangeArrowheads="1" noChangeShapeType="1"/>
            </p:cNvSpPr>
            <p:nvPr userDrawn="1"/>
          </p:nvSpPr>
          <p:spPr>
            <a:xfrm>
              <a:off x="1332872" y="3094469"/>
              <a:ext cx="594000" cy="59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EB4E1D9-0180-437B-334A-07F7823362C0}"/>
                </a:ext>
              </a:extLst>
            </p:cNvPr>
            <p:cNvSpPr>
              <a:spLocks noGrp="1" noRot="1" noMove="1" noResize="1" noEditPoints="1" noAdjustHandles="1" noChangeArrowheads="1" noChangeShapeType="1"/>
            </p:cNvSpPr>
            <p:nvPr userDrawn="1"/>
          </p:nvSpPr>
          <p:spPr>
            <a:xfrm>
              <a:off x="1332872" y="3903123"/>
              <a:ext cx="594000" cy="59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0CFBF9F-0A86-F779-0E1B-EE628909727A}"/>
                </a:ext>
              </a:extLst>
            </p:cNvPr>
            <p:cNvSpPr>
              <a:spLocks noGrp="1" noRot="1" noMove="1" noResize="1" noEditPoints="1" noAdjustHandles="1" noChangeArrowheads="1" noChangeShapeType="1"/>
            </p:cNvSpPr>
            <p:nvPr userDrawn="1"/>
          </p:nvSpPr>
          <p:spPr>
            <a:xfrm>
              <a:off x="1332872" y="4718948"/>
              <a:ext cx="594000" cy="59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850367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ssisted Practice">
    <p:spTree>
      <p:nvGrpSpPr>
        <p:cNvPr id="1" name=""/>
        <p:cNvGrpSpPr/>
        <p:nvPr/>
      </p:nvGrpSpPr>
      <p:grpSpPr>
        <a:xfrm>
          <a:off x="0" y="0"/>
          <a:ext cx="0" cy="0"/>
          <a:chOff x="0" y="0"/>
          <a:chExt cx="0" cy="0"/>
        </a:xfrm>
      </p:grpSpPr>
      <p:pic>
        <p:nvPicPr>
          <p:cNvPr id="3" name="Google Shape;145;p35">
            <a:extLst>
              <a:ext uri="{FF2B5EF4-FFF2-40B4-BE49-F238E27FC236}">
                <a16:creationId xmlns:a16="http://schemas.microsoft.com/office/drawing/2014/main" id="{3DE6C980-51B8-EAB6-D92E-2C853D6EBC40}"/>
              </a:ext>
            </a:extLst>
          </p:cNvPr>
          <p:cNvPicPr preferRelativeResize="0"/>
          <p:nvPr userDrawn="1"/>
        </p:nvPicPr>
        <p:blipFill>
          <a:blip r:embed="rId2"/>
          <a:srcRect/>
          <a:stretch/>
        </p:blipFill>
        <p:spPr>
          <a:xfrm>
            <a:off x="0" y="0"/>
            <a:ext cx="16255998" cy="9143999"/>
          </a:xfrm>
          <a:prstGeom prst="rect">
            <a:avLst/>
          </a:prstGeom>
          <a:noFill/>
          <a:ln>
            <a:noFill/>
          </a:ln>
        </p:spPr>
      </p:pic>
      <p:pic>
        <p:nvPicPr>
          <p:cNvPr id="4" name="Google Shape;113;p27">
            <a:extLst>
              <a:ext uri="{FF2B5EF4-FFF2-40B4-BE49-F238E27FC236}">
                <a16:creationId xmlns:a16="http://schemas.microsoft.com/office/drawing/2014/main" id="{734849E0-7011-DCAE-0132-1322B2CB68DB}"/>
              </a:ext>
            </a:extLst>
          </p:cNvPr>
          <p:cNvPicPr preferRelativeResize="0"/>
          <p:nvPr userDrawn="1"/>
        </p:nvPicPr>
        <p:blipFill>
          <a:blip r:embed="rId3">
            <a:extLst>
              <a:ext uri="{28A0092B-C50C-407E-A947-70E740481C1C}">
                <a14:useLocalDpi xmlns:a14="http://schemas.microsoft.com/office/drawing/2010/main" val="0"/>
              </a:ext>
            </a:extLst>
          </a:blip>
          <a:srcRect/>
          <a:stretch/>
        </p:blipFill>
        <p:spPr>
          <a:xfrm>
            <a:off x="0" y="0"/>
            <a:ext cx="16255999" cy="9144000"/>
          </a:xfrm>
          <a:prstGeom prst="rect">
            <a:avLst/>
          </a:prstGeom>
          <a:noFill/>
          <a:ln>
            <a:noFill/>
          </a:ln>
        </p:spPr>
      </p:pic>
      <p:sp>
        <p:nvSpPr>
          <p:cNvPr id="5" name="Google Shape;149;p35">
            <a:extLst>
              <a:ext uri="{FF2B5EF4-FFF2-40B4-BE49-F238E27FC236}">
                <a16:creationId xmlns:a16="http://schemas.microsoft.com/office/drawing/2014/main" id="{7948A9B8-596D-80F3-DBBD-D7EDD89ABE09}"/>
              </a:ext>
            </a:extLst>
          </p:cNvPr>
          <p:cNvSpPr txBox="1">
            <a:spLocks noGrp="1"/>
          </p:cNvSpPr>
          <p:nvPr>
            <p:ph type="title"/>
          </p:nvPr>
        </p:nvSpPr>
        <p:spPr>
          <a:xfrm>
            <a:off x="1297626" y="436395"/>
            <a:ext cx="9696532" cy="665045"/>
          </a:xfrm>
          <a:prstGeom prst="rect">
            <a:avLst/>
          </a:prstGeom>
          <a:noFill/>
          <a:ln>
            <a:noFill/>
          </a:ln>
        </p:spPr>
        <p:txBody>
          <a:bodyPr spcFirstLastPara="1" wrap="square" lIns="91425" tIns="45700" rIns="91425" bIns="45700" anchor="ctr" anchorCtr="0">
            <a:noAutofit/>
          </a:bodyPr>
          <a:lstStyle>
            <a:lvl1pPr marL="0" lvl="0" indent="0" algn="l">
              <a:lnSpc>
                <a:spcPct val="114000"/>
              </a:lnSpc>
              <a:spcBef>
                <a:spcPts val="0"/>
              </a:spcBef>
              <a:spcAft>
                <a:spcPts val="0"/>
              </a:spcAft>
              <a:buSzPts val="4400"/>
              <a:buFont typeface="Arial" panose="020B0604020202020204" pitchFamily="34" charset="0"/>
              <a:buNone/>
              <a:defRPr sz="2800" b="1">
                <a:solidFill>
                  <a:schemeClr val="lt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 name="Text Placeholder 6">
            <a:extLst>
              <a:ext uri="{FF2B5EF4-FFF2-40B4-BE49-F238E27FC236}">
                <a16:creationId xmlns:a16="http://schemas.microsoft.com/office/drawing/2014/main" id="{D6E140C6-C70A-C947-7711-0BA4214D3E0D}"/>
              </a:ext>
            </a:extLst>
          </p:cNvPr>
          <p:cNvSpPr>
            <a:spLocks noGrp="1"/>
          </p:cNvSpPr>
          <p:nvPr>
            <p:ph type="body" sz="quarter" idx="11"/>
          </p:nvPr>
        </p:nvSpPr>
        <p:spPr>
          <a:xfrm>
            <a:off x="1291857" y="2854366"/>
            <a:ext cx="13696999" cy="5389521"/>
          </a:xfrm>
          <a:prstGeom prst="rect">
            <a:avLst/>
          </a:prstGeom>
        </p:spPr>
        <p:txBody>
          <a:bodyPr/>
          <a:lstStyle>
            <a:lvl1pPr marL="0" indent="0" algn="ctr">
              <a:lnSpc>
                <a:spcPct val="114000"/>
              </a:lnSpc>
              <a:spcBef>
                <a:spcPts val="0"/>
              </a:spcBef>
              <a:buFont typeface="Arial" panose="020B0604020202020204" pitchFamily="34" charset="0"/>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
        <p:nvSpPr>
          <p:cNvPr id="7" name="Text Placeholder 6">
            <a:extLst>
              <a:ext uri="{FF2B5EF4-FFF2-40B4-BE49-F238E27FC236}">
                <a16:creationId xmlns:a16="http://schemas.microsoft.com/office/drawing/2014/main" id="{CB5683BC-C8F7-FCBC-E768-137F5B5152C9}"/>
              </a:ext>
            </a:extLst>
          </p:cNvPr>
          <p:cNvSpPr>
            <a:spLocks noGrp="1"/>
          </p:cNvSpPr>
          <p:nvPr>
            <p:ph type="body" sz="quarter" idx="12"/>
          </p:nvPr>
        </p:nvSpPr>
        <p:spPr>
          <a:xfrm>
            <a:off x="1291857" y="1795807"/>
            <a:ext cx="13696999" cy="814506"/>
          </a:xfrm>
          <a:prstGeom prst="rect">
            <a:avLst/>
          </a:prstGeom>
        </p:spPr>
        <p:txBody>
          <a:bodyPr/>
          <a:lstStyle>
            <a:lvl1pPr marL="0" indent="0" algn="ctr">
              <a:lnSpc>
                <a:spcPct val="114000"/>
              </a:lnSpc>
              <a:spcBef>
                <a:spcPts val="0"/>
              </a:spcBef>
              <a:buFont typeface="Arial" panose="020B0604020202020204" pitchFamily="34" charset="0"/>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5151208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Unassisted Practice" preserve="1" userDrawn="1">
  <p:cSld name="Unassisted Practice">
    <p:spTree>
      <p:nvGrpSpPr>
        <p:cNvPr id="1" name="Shape 144"/>
        <p:cNvGrpSpPr/>
        <p:nvPr/>
      </p:nvGrpSpPr>
      <p:grpSpPr>
        <a:xfrm>
          <a:off x="0" y="0"/>
          <a:ext cx="0" cy="0"/>
          <a:chOff x="0" y="0"/>
          <a:chExt cx="0" cy="0"/>
        </a:xfrm>
      </p:grpSpPr>
      <p:pic>
        <p:nvPicPr>
          <p:cNvPr id="145" name="Google Shape;145;p35"/>
          <p:cNvPicPr preferRelativeResize="0"/>
          <p:nvPr/>
        </p:nvPicPr>
        <p:blipFill>
          <a:blip r:embed="rId2"/>
          <a:srcRect/>
          <a:stretch/>
        </p:blipFill>
        <p:spPr>
          <a:xfrm>
            <a:off x="0" y="0"/>
            <a:ext cx="16255998" cy="9143999"/>
          </a:xfrm>
          <a:prstGeom prst="rect">
            <a:avLst/>
          </a:prstGeom>
          <a:noFill/>
          <a:ln>
            <a:noFill/>
          </a:ln>
        </p:spPr>
      </p:pic>
      <p:pic>
        <p:nvPicPr>
          <p:cNvPr id="147" name="Google Shape;147;p35"/>
          <p:cNvPicPr preferRelativeResize="0"/>
          <p:nvPr/>
        </p:nvPicPr>
        <p:blipFill>
          <a:blip r:embed="rId3">
            <a:extLst>
              <a:ext uri="{28A0092B-C50C-407E-A947-70E740481C1C}">
                <a14:useLocalDpi xmlns:a14="http://schemas.microsoft.com/office/drawing/2010/main" val="0"/>
              </a:ext>
            </a:extLst>
          </a:blip>
          <a:srcRect/>
          <a:stretch/>
        </p:blipFill>
        <p:spPr>
          <a:xfrm>
            <a:off x="0" y="0"/>
            <a:ext cx="16255999" cy="9144000"/>
          </a:xfrm>
          <a:prstGeom prst="rect">
            <a:avLst/>
          </a:prstGeom>
          <a:noFill/>
          <a:ln>
            <a:noFill/>
          </a:ln>
        </p:spPr>
      </p:pic>
      <p:sp>
        <p:nvSpPr>
          <p:cNvPr id="149" name="Google Shape;149;p35"/>
          <p:cNvSpPr txBox="1">
            <a:spLocks noGrp="1"/>
          </p:cNvSpPr>
          <p:nvPr>
            <p:ph type="title"/>
          </p:nvPr>
        </p:nvSpPr>
        <p:spPr>
          <a:xfrm>
            <a:off x="1297626" y="436395"/>
            <a:ext cx="9696532" cy="665045"/>
          </a:xfrm>
          <a:prstGeom prst="rect">
            <a:avLst/>
          </a:prstGeom>
          <a:noFill/>
          <a:ln>
            <a:noFill/>
          </a:ln>
        </p:spPr>
        <p:txBody>
          <a:bodyPr spcFirstLastPara="1" wrap="square" lIns="91425" tIns="45700" rIns="91425" bIns="45700" anchor="ctr" anchorCtr="0">
            <a:noAutofit/>
          </a:bodyPr>
          <a:lstStyle>
            <a:lvl1pPr marL="0" lvl="0" indent="0" algn="l">
              <a:lnSpc>
                <a:spcPct val="114000"/>
              </a:lnSpc>
              <a:spcBef>
                <a:spcPts val="0"/>
              </a:spcBef>
              <a:spcAft>
                <a:spcPts val="0"/>
              </a:spcAft>
              <a:buSzPts val="4400"/>
              <a:buFont typeface="Arial" panose="020B0604020202020204" pitchFamily="34" charset="0"/>
              <a:buNone/>
              <a:defRPr sz="2800" b="1">
                <a:solidFill>
                  <a:schemeClr val="lt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 name="Text Placeholder 6">
            <a:extLst>
              <a:ext uri="{FF2B5EF4-FFF2-40B4-BE49-F238E27FC236}">
                <a16:creationId xmlns:a16="http://schemas.microsoft.com/office/drawing/2014/main" id="{4DC99CB9-B9F0-7414-1AF5-045EF855FDA1}"/>
              </a:ext>
            </a:extLst>
          </p:cNvPr>
          <p:cNvSpPr>
            <a:spLocks noGrp="1"/>
          </p:cNvSpPr>
          <p:nvPr>
            <p:ph type="body" sz="quarter" idx="11"/>
          </p:nvPr>
        </p:nvSpPr>
        <p:spPr>
          <a:xfrm>
            <a:off x="1291857" y="2854366"/>
            <a:ext cx="13696999" cy="5389521"/>
          </a:xfrm>
          <a:prstGeom prst="rect">
            <a:avLst/>
          </a:prstGeom>
        </p:spPr>
        <p:txBody>
          <a:bodyPr/>
          <a:lstStyle>
            <a:lvl1pPr marL="0" indent="0" algn="ctr">
              <a:lnSpc>
                <a:spcPct val="114000"/>
              </a:lnSpc>
              <a:spcBef>
                <a:spcPts val="0"/>
              </a:spcBef>
              <a:buFont typeface="Arial" panose="020B0604020202020204" pitchFamily="34" charset="0"/>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
        <p:nvSpPr>
          <p:cNvPr id="5" name="Text Placeholder 6">
            <a:extLst>
              <a:ext uri="{FF2B5EF4-FFF2-40B4-BE49-F238E27FC236}">
                <a16:creationId xmlns:a16="http://schemas.microsoft.com/office/drawing/2014/main" id="{CF61395D-ECD0-5341-1B2E-8C1937098D4C}"/>
              </a:ext>
            </a:extLst>
          </p:cNvPr>
          <p:cNvSpPr>
            <a:spLocks noGrp="1"/>
          </p:cNvSpPr>
          <p:nvPr>
            <p:ph type="body" sz="quarter" idx="12"/>
          </p:nvPr>
        </p:nvSpPr>
        <p:spPr>
          <a:xfrm>
            <a:off x="1291857" y="1795807"/>
            <a:ext cx="13696999" cy="814506"/>
          </a:xfrm>
          <a:prstGeom prst="rect">
            <a:avLst/>
          </a:prstGeom>
        </p:spPr>
        <p:txBody>
          <a:bodyPr/>
          <a:lstStyle>
            <a:lvl1pPr marL="0" indent="0" algn="ctr">
              <a:lnSpc>
                <a:spcPct val="114000"/>
              </a:lnSpc>
              <a:spcBef>
                <a:spcPts val="0"/>
              </a:spcBef>
              <a:buFont typeface="Arial" panose="020B0604020202020204" pitchFamily="34" charset="0"/>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34533355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ullet_for_Practise">
    <p:spTree>
      <p:nvGrpSpPr>
        <p:cNvPr id="1" name=""/>
        <p:cNvGrpSpPr/>
        <p:nvPr/>
      </p:nvGrpSpPr>
      <p:grpSpPr>
        <a:xfrm>
          <a:off x="0" y="0"/>
          <a:ext cx="0" cy="0"/>
          <a:chOff x="0" y="0"/>
          <a:chExt cx="0" cy="0"/>
        </a:xfrm>
      </p:grpSpPr>
      <p:sp>
        <p:nvSpPr>
          <p:cNvPr id="6" name="Google Shape;73;p29">
            <a:extLst>
              <a:ext uri="{FF2B5EF4-FFF2-40B4-BE49-F238E27FC236}">
                <a16:creationId xmlns:a16="http://schemas.microsoft.com/office/drawing/2014/main" id="{D1405CDE-CE1A-9CEE-B0C9-004F72CAF344}"/>
              </a:ext>
            </a:extLst>
          </p:cNvPr>
          <p:cNvSpPr txBox="1">
            <a:spLocks noGrp="1"/>
          </p:cNvSpPr>
          <p:nvPr>
            <p:ph type="body" idx="11"/>
          </p:nvPr>
        </p:nvSpPr>
        <p:spPr>
          <a:xfrm>
            <a:off x="1291857" y="1788696"/>
            <a:ext cx="13696999" cy="821615"/>
          </a:xfrm>
          <a:prstGeom prst="rect">
            <a:avLst/>
          </a:prstGeom>
          <a:noFill/>
          <a:ln>
            <a:noFill/>
          </a:ln>
        </p:spPr>
        <p:txBody>
          <a:bodyPr spcFirstLastPara="1" vert="horz" wrap="square" lIns="91425" tIns="0" rIns="91425" bIns="0" rtlCol="0" anchor="t" anchorCtr="0">
            <a:normAutofit/>
          </a:bodyPr>
          <a:lstStyle>
            <a:lvl1pPr marL="0" indent="0">
              <a:buNone/>
              <a:defRPr>
                <a:solidFill>
                  <a:srgbClr val="3F3F3F"/>
                </a:solidFill>
                <a:latin typeface="Open Sans"/>
                <a:ea typeface="Open Sans"/>
                <a:cs typeface="Open Sans"/>
              </a:defRPr>
            </a:lvl1pPr>
          </a:lstStyle>
          <a:p>
            <a:pPr marL="228600" lvl="0" indent="-228600">
              <a:lnSpc>
                <a:spcPct val="115000"/>
              </a:lnSpc>
              <a:spcBef>
                <a:spcPts val="0"/>
              </a:spcBef>
              <a:spcAft>
                <a:spcPts val="0"/>
              </a:spcAft>
              <a:buSzPts val="2800"/>
            </a:pPr>
            <a:endParaRPr/>
          </a:p>
        </p:txBody>
      </p:sp>
      <p:sp>
        <p:nvSpPr>
          <p:cNvPr id="3" name="Text Placeholder 4">
            <a:extLst>
              <a:ext uri="{FF2B5EF4-FFF2-40B4-BE49-F238E27FC236}">
                <a16:creationId xmlns:a16="http://schemas.microsoft.com/office/drawing/2014/main" id="{6659D141-D5AB-CB0E-32C4-D683A6B3D762}"/>
              </a:ext>
            </a:extLst>
          </p:cNvPr>
          <p:cNvSpPr>
            <a:spLocks noGrp="1"/>
          </p:cNvSpPr>
          <p:nvPr>
            <p:ph type="body" sz="quarter" idx="13"/>
          </p:nvPr>
        </p:nvSpPr>
        <p:spPr>
          <a:xfrm>
            <a:off x="1285825" y="2872126"/>
            <a:ext cx="13697000" cy="5406695"/>
          </a:xfrm>
        </p:spPr>
        <p:txBody>
          <a:bodyPr/>
          <a:lstStyle>
            <a:lvl1pPr marL="0" indent="0">
              <a:buNone/>
              <a:defRPr/>
            </a:lvl1pPr>
            <a:lvl3pPr marL="1143000" indent="-228600">
              <a:buFont typeface="Courier New" panose="02070309020205020404" pitchFamily="49" charset="0"/>
              <a:buChar char="o"/>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412518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End Project" preserve="1" userDrawn="1">
  <p:cSld name="Section-End Project">
    <p:spTree>
      <p:nvGrpSpPr>
        <p:cNvPr id="1" name="Shape 150"/>
        <p:cNvGrpSpPr/>
        <p:nvPr/>
      </p:nvGrpSpPr>
      <p:grpSpPr>
        <a:xfrm>
          <a:off x="0" y="0"/>
          <a:ext cx="0" cy="0"/>
          <a:chOff x="0" y="0"/>
          <a:chExt cx="0" cy="0"/>
        </a:xfrm>
      </p:grpSpPr>
      <p:pic>
        <p:nvPicPr>
          <p:cNvPr id="151" name="Google Shape;151;p53"/>
          <p:cNvPicPr preferRelativeResize="0"/>
          <p:nvPr/>
        </p:nvPicPr>
        <p:blipFill>
          <a:blip r:embed="rId2"/>
          <a:srcRect/>
          <a:stretch/>
        </p:blipFill>
        <p:spPr>
          <a:xfrm>
            <a:off x="0" y="0"/>
            <a:ext cx="16255998" cy="9143999"/>
          </a:xfrm>
          <a:prstGeom prst="rect">
            <a:avLst/>
          </a:prstGeom>
          <a:noFill/>
          <a:ln>
            <a:noFill/>
          </a:ln>
        </p:spPr>
      </p:pic>
      <p:sp>
        <p:nvSpPr>
          <p:cNvPr id="3" name="Google Shape;62;p29">
            <a:extLst>
              <a:ext uri="{FF2B5EF4-FFF2-40B4-BE49-F238E27FC236}">
                <a16:creationId xmlns:a16="http://schemas.microsoft.com/office/drawing/2014/main" id="{C8B862E1-9541-C73F-B4E1-7205F5F0B55E}"/>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rgbClr val="3F3F3F"/>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 name="Text Placeholder 6">
            <a:extLst>
              <a:ext uri="{FF2B5EF4-FFF2-40B4-BE49-F238E27FC236}">
                <a16:creationId xmlns:a16="http://schemas.microsoft.com/office/drawing/2014/main" id="{EA35605C-2EDD-0BD1-F3BC-5BCA7F763AE8}"/>
              </a:ext>
            </a:extLst>
          </p:cNvPr>
          <p:cNvSpPr>
            <a:spLocks noGrp="1"/>
          </p:cNvSpPr>
          <p:nvPr>
            <p:ph type="body" sz="quarter" idx="10"/>
          </p:nvPr>
        </p:nvSpPr>
        <p:spPr>
          <a:xfrm>
            <a:off x="4834890" y="1364776"/>
            <a:ext cx="10314124" cy="6823881"/>
          </a:xfrm>
          <a:prstGeom prst="rect">
            <a:avLst/>
          </a:prstGeom>
        </p:spPr>
        <p:txBody>
          <a:bodyPr/>
          <a:lstStyle>
            <a:lvl1pPr marL="0" indent="0">
              <a:lnSpc>
                <a:spcPct val="114000"/>
              </a:lnSpc>
              <a:spcBef>
                <a:spcPts val="0"/>
              </a:spcBef>
              <a:buFont typeface="Arial" panose="020B0604020202020204" pitchFamily="34" charset="0"/>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31143734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esson-end Project" preserve="1" userDrawn="1">
  <p:cSld name="Lesson-end Project">
    <p:spTree>
      <p:nvGrpSpPr>
        <p:cNvPr id="1" name="Shape 156"/>
        <p:cNvGrpSpPr/>
        <p:nvPr/>
      </p:nvGrpSpPr>
      <p:grpSpPr>
        <a:xfrm>
          <a:off x="0" y="0"/>
          <a:ext cx="0" cy="0"/>
          <a:chOff x="0" y="0"/>
          <a:chExt cx="0" cy="0"/>
        </a:xfrm>
      </p:grpSpPr>
      <p:pic>
        <p:nvPicPr>
          <p:cNvPr id="157" name="Google Shape;157;p36"/>
          <p:cNvPicPr preferRelativeResize="0"/>
          <p:nvPr/>
        </p:nvPicPr>
        <p:blipFill>
          <a:blip r:embed="rId2"/>
          <a:srcRect/>
          <a:stretch/>
        </p:blipFill>
        <p:spPr>
          <a:xfrm>
            <a:off x="0" y="0"/>
            <a:ext cx="16255998" cy="9143999"/>
          </a:xfrm>
          <a:prstGeom prst="rect">
            <a:avLst/>
          </a:prstGeom>
          <a:noFill/>
          <a:ln>
            <a:noFill/>
          </a:ln>
        </p:spPr>
      </p:pic>
      <p:sp>
        <p:nvSpPr>
          <p:cNvPr id="2" name="Google Shape;62;p29">
            <a:extLst>
              <a:ext uri="{FF2B5EF4-FFF2-40B4-BE49-F238E27FC236}">
                <a16:creationId xmlns:a16="http://schemas.microsoft.com/office/drawing/2014/main" id="{3E86479C-5EE1-09E2-3000-A2B690B93C33}"/>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rgbClr val="3F3F3F"/>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 name="Text Placeholder 6">
            <a:extLst>
              <a:ext uri="{FF2B5EF4-FFF2-40B4-BE49-F238E27FC236}">
                <a16:creationId xmlns:a16="http://schemas.microsoft.com/office/drawing/2014/main" id="{012C144F-B154-93C1-CFA0-EFC58EC80E5A}"/>
              </a:ext>
            </a:extLst>
          </p:cNvPr>
          <p:cNvSpPr>
            <a:spLocks noGrp="1"/>
          </p:cNvSpPr>
          <p:nvPr>
            <p:ph type="body" sz="quarter" idx="10"/>
          </p:nvPr>
        </p:nvSpPr>
        <p:spPr>
          <a:xfrm>
            <a:off x="4834890" y="1364776"/>
            <a:ext cx="10314124" cy="6823881"/>
          </a:xfrm>
          <a:prstGeom prst="rect">
            <a:avLst/>
          </a:prstGeom>
        </p:spPr>
        <p:txBody>
          <a:bodyPr/>
          <a:lstStyle>
            <a:lvl1pPr marL="0" indent="0">
              <a:lnSpc>
                <a:spcPct val="114000"/>
              </a:lnSpc>
              <a:spcBef>
                <a:spcPts val="0"/>
              </a:spcBef>
              <a:buFont typeface="Arial" panose="020B0604020202020204" pitchFamily="34" charset="0"/>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5012080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hase-End Project" preserve="1" userDrawn="1">
  <p:cSld name="Phase-End Project">
    <p:spTree>
      <p:nvGrpSpPr>
        <p:cNvPr id="1" name="Shape 162"/>
        <p:cNvGrpSpPr/>
        <p:nvPr/>
      </p:nvGrpSpPr>
      <p:grpSpPr>
        <a:xfrm>
          <a:off x="0" y="0"/>
          <a:ext cx="0" cy="0"/>
          <a:chOff x="0" y="0"/>
          <a:chExt cx="0" cy="0"/>
        </a:xfrm>
      </p:grpSpPr>
      <p:pic>
        <p:nvPicPr>
          <p:cNvPr id="163" name="Google Shape;163;p52"/>
          <p:cNvPicPr preferRelativeResize="0"/>
          <p:nvPr/>
        </p:nvPicPr>
        <p:blipFill>
          <a:blip r:embed="rId2"/>
          <a:srcRect/>
          <a:stretch/>
        </p:blipFill>
        <p:spPr>
          <a:xfrm>
            <a:off x="0" y="0"/>
            <a:ext cx="16255998" cy="9143999"/>
          </a:xfrm>
          <a:prstGeom prst="rect">
            <a:avLst/>
          </a:prstGeom>
          <a:noFill/>
          <a:ln>
            <a:noFill/>
          </a:ln>
        </p:spPr>
      </p:pic>
      <p:sp>
        <p:nvSpPr>
          <p:cNvPr id="2" name="Google Shape;62;p29">
            <a:extLst>
              <a:ext uri="{FF2B5EF4-FFF2-40B4-BE49-F238E27FC236}">
                <a16:creationId xmlns:a16="http://schemas.microsoft.com/office/drawing/2014/main" id="{A829CD2D-82CE-C005-D724-CC0A723196CF}"/>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rgbClr val="3F3F3F"/>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 name="Text Placeholder 6">
            <a:extLst>
              <a:ext uri="{FF2B5EF4-FFF2-40B4-BE49-F238E27FC236}">
                <a16:creationId xmlns:a16="http://schemas.microsoft.com/office/drawing/2014/main" id="{809861E1-DB64-D3D1-CB74-AB30BEF481B3}"/>
              </a:ext>
            </a:extLst>
          </p:cNvPr>
          <p:cNvSpPr>
            <a:spLocks noGrp="1"/>
          </p:cNvSpPr>
          <p:nvPr>
            <p:ph type="body" sz="quarter" idx="10"/>
          </p:nvPr>
        </p:nvSpPr>
        <p:spPr>
          <a:xfrm>
            <a:off x="4834890" y="1364776"/>
            <a:ext cx="10314124" cy="6823881"/>
          </a:xfrm>
          <a:prstGeom prst="rect">
            <a:avLst/>
          </a:prstGeom>
        </p:spPr>
        <p:txBody>
          <a:bodyPr/>
          <a:lstStyle>
            <a:lvl1pPr marL="0" indent="0">
              <a:lnSpc>
                <a:spcPct val="114000"/>
              </a:lnSpc>
              <a:spcBef>
                <a:spcPts val="0"/>
              </a:spcBef>
              <a:buFont typeface="Arial" panose="020B0604020202020204" pitchFamily="34" charset="0"/>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38964437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ullet_for_projects">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E5D05C5A-9735-BDF2-45FB-ECA0E61F3FE0}"/>
              </a:ext>
            </a:extLst>
          </p:cNvPr>
          <p:cNvSpPr>
            <a:spLocks noGrp="1"/>
          </p:cNvSpPr>
          <p:nvPr>
            <p:ph type="body" sz="quarter" idx="13"/>
          </p:nvPr>
        </p:nvSpPr>
        <p:spPr>
          <a:xfrm>
            <a:off x="4834890" y="1377162"/>
            <a:ext cx="10314607" cy="6815160"/>
          </a:xfrm>
        </p:spPr>
        <p:txBody>
          <a:bodyPr/>
          <a:lstStyle>
            <a:lvl1pPr marL="0" indent="0">
              <a:buNone/>
              <a:defRPr/>
            </a:lvl1pPr>
            <a:lvl3pPr marL="1143000" indent="-228600">
              <a:buFont typeface="Courier New" panose="02070309020205020404" pitchFamily="49" charset="0"/>
              <a:buChar char="o"/>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012447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pic>
        <p:nvPicPr>
          <p:cNvPr id="6" name="Google Shape;169;p16">
            <a:extLst>
              <a:ext uri="{FF2B5EF4-FFF2-40B4-BE49-F238E27FC236}">
                <a16:creationId xmlns:a16="http://schemas.microsoft.com/office/drawing/2014/main" id="{136CAA0F-DD7B-0995-4200-59792701A9ED}"/>
              </a:ext>
            </a:extLst>
          </p:cNvPr>
          <p:cNvPicPr preferRelativeResize="0"/>
          <p:nvPr userDrawn="1"/>
        </p:nvPicPr>
        <p:blipFill>
          <a:blip r:embed="rId2"/>
          <a:srcRect/>
          <a:stretch/>
        </p:blipFill>
        <p:spPr>
          <a:xfrm>
            <a:off x="0" y="0"/>
            <a:ext cx="16255999" cy="9143999"/>
          </a:xfrm>
          <a:prstGeom prst="rect">
            <a:avLst/>
          </a:prstGeom>
          <a:noFill/>
          <a:ln>
            <a:noFill/>
          </a:ln>
        </p:spPr>
      </p:pic>
      <p:sp>
        <p:nvSpPr>
          <p:cNvPr id="9" name="Text Placeholder 3">
            <a:extLst>
              <a:ext uri="{FF2B5EF4-FFF2-40B4-BE49-F238E27FC236}">
                <a16:creationId xmlns:a16="http://schemas.microsoft.com/office/drawing/2014/main" id="{7FAA6052-B67C-D403-9614-DC0C0FDBAAB1}"/>
              </a:ext>
            </a:extLst>
          </p:cNvPr>
          <p:cNvSpPr>
            <a:spLocks noGrp="1"/>
          </p:cNvSpPr>
          <p:nvPr>
            <p:ph type="body" sz="quarter" idx="36" hasCustomPrompt="1"/>
          </p:nvPr>
        </p:nvSpPr>
        <p:spPr>
          <a:xfrm>
            <a:off x="9752023" y="4114800"/>
            <a:ext cx="4348077" cy="914400"/>
          </a:xfrm>
          <a:prstGeom prst="rect">
            <a:avLst/>
          </a:prstGeom>
          <a:noFill/>
          <a:ln>
            <a:noFill/>
          </a:ln>
        </p:spPr>
        <p:txBody>
          <a:bodyPr spcFirstLastPara="1" wrap="square" lIns="91425" tIns="91425" rIns="91425" bIns="91425" anchor="ctr" anchorCtr="0">
            <a:noAutofit/>
          </a:bodyPr>
          <a:lstStyle>
            <a:lvl1pPr marL="0" indent="0" algn="ctr">
              <a:spcBef>
                <a:spcPts val="0"/>
              </a:spcBef>
              <a:buNone/>
              <a:defRPr lang="en-US" sz="2800" b="1" dirty="0">
                <a:solidFill>
                  <a:srgbClr val="404040"/>
                </a:solidFill>
                <a:latin typeface="Open Sans"/>
                <a:ea typeface="Open Sans"/>
                <a:cs typeface="Open Sans"/>
              </a:defRPr>
            </a:lvl1pPr>
          </a:lstStyle>
          <a:p>
            <a:pPr marL="457200" lvl="0" indent="-457200" algn="ctr"/>
            <a:r>
              <a:rPr lang="en-US"/>
              <a:t>Topic Name</a:t>
            </a:r>
          </a:p>
        </p:txBody>
      </p:sp>
      <p:pic>
        <p:nvPicPr>
          <p:cNvPr id="4" name="Picture 3" descr="A picture containing child art, table, illustration, design&#10;&#10;Description automatically generated">
            <a:extLst>
              <a:ext uri="{FF2B5EF4-FFF2-40B4-BE49-F238E27FC236}">
                <a16:creationId xmlns:a16="http://schemas.microsoft.com/office/drawing/2014/main" id="{46A1F55C-8226-40C3-1D94-8C756099327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22176" y="2171113"/>
            <a:ext cx="4823955" cy="4555588"/>
          </a:xfrm>
          <a:prstGeom prst="rect">
            <a:avLst/>
          </a:prstGeom>
        </p:spPr>
      </p:pic>
    </p:spTree>
    <p:extLst>
      <p:ext uri="{BB962C8B-B14F-4D97-AF65-F5344CB8AC3E}">
        <p14:creationId xmlns:p14="http://schemas.microsoft.com/office/powerpoint/2010/main" val="1564186606"/>
      </p:ext>
    </p:extLst>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Discussion" preserve="1" userDrawn="1">
  <p:cSld name="Discussion">
    <p:spTree>
      <p:nvGrpSpPr>
        <p:cNvPr id="1" name="Shape 168"/>
        <p:cNvGrpSpPr/>
        <p:nvPr/>
      </p:nvGrpSpPr>
      <p:grpSpPr>
        <a:xfrm>
          <a:off x="0" y="0"/>
          <a:ext cx="0" cy="0"/>
          <a:chOff x="0" y="0"/>
          <a:chExt cx="0" cy="0"/>
        </a:xfrm>
      </p:grpSpPr>
      <p:pic>
        <p:nvPicPr>
          <p:cNvPr id="169" name="Google Shape;169;p16"/>
          <p:cNvPicPr preferRelativeResize="0"/>
          <p:nvPr/>
        </p:nvPicPr>
        <p:blipFill>
          <a:blip r:embed="rId2"/>
          <a:srcRect/>
          <a:stretch/>
        </p:blipFill>
        <p:spPr>
          <a:xfrm>
            <a:off x="0" y="0"/>
            <a:ext cx="16255999" cy="9144000"/>
          </a:xfrm>
          <a:prstGeom prst="rect">
            <a:avLst/>
          </a:prstGeom>
          <a:noFill/>
          <a:ln>
            <a:noFill/>
          </a:ln>
        </p:spPr>
      </p:pic>
      <p:pic>
        <p:nvPicPr>
          <p:cNvPr id="2" name="Picture 1">
            <a:extLst>
              <a:ext uri="{FF2B5EF4-FFF2-40B4-BE49-F238E27FC236}">
                <a16:creationId xmlns:a16="http://schemas.microsoft.com/office/drawing/2014/main" id="{F4AA18AE-0804-BDBB-3D58-9BEC7C3955F3}"/>
              </a:ext>
            </a:extLst>
          </p:cNvPr>
          <p:cNvPicPr>
            <a:picLocks noChangeAspect="1"/>
          </p:cNvPicPr>
          <p:nvPr userDrawn="1"/>
        </p:nvPicPr>
        <p:blipFill>
          <a:blip r:embed="rId3"/>
          <a:srcRect/>
          <a:stretch/>
        </p:blipFill>
        <p:spPr>
          <a:xfrm>
            <a:off x="1303264" y="2051538"/>
            <a:ext cx="4661781" cy="4794738"/>
          </a:xfrm>
          <a:prstGeom prst="rect">
            <a:avLst/>
          </a:prstGeom>
        </p:spPr>
      </p:pic>
      <p:sp>
        <p:nvSpPr>
          <p:cNvPr id="4" name="Text Placeholder 3">
            <a:extLst>
              <a:ext uri="{FF2B5EF4-FFF2-40B4-BE49-F238E27FC236}">
                <a16:creationId xmlns:a16="http://schemas.microsoft.com/office/drawing/2014/main" id="{95138432-77B6-A0DB-E9D4-05C1ED62A6FF}"/>
              </a:ext>
            </a:extLst>
          </p:cNvPr>
          <p:cNvSpPr>
            <a:spLocks noGrp="1"/>
          </p:cNvSpPr>
          <p:nvPr>
            <p:ph type="body" sz="quarter" idx="36" hasCustomPrompt="1"/>
          </p:nvPr>
        </p:nvSpPr>
        <p:spPr>
          <a:xfrm>
            <a:off x="9752023" y="4114800"/>
            <a:ext cx="4348077" cy="914400"/>
          </a:xfrm>
          <a:prstGeom prst="rect">
            <a:avLst/>
          </a:prstGeom>
          <a:noFill/>
          <a:ln>
            <a:noFill/>
          </a:ln>
        </p:spPr>
        <p:txBody>
          <a:bodyPr spcFirstLastPara="1" wrap="square" lIns="91425" tIns="91425" rIns="91425" bIns="91425" anchor="ctr" anchorCtr="0">
            <a:noAutofit/>
          </a:bodyPr>
          <a:lstStyle>
            <a:lvl1pPr marL="0" indent="0" algn="ctr">
              <a:spcBef>
                <a:spcPts val="0"/>
              </a:spcBef>
              <a:buNone/>
              <a:defRPr lang="en-US" sz="2800" b="1" dirty="0">
                <a:solidFill>
                  <a:srgbClr val="404040"/>
                </a:solidFill>
                <a:latin typeface="Open Sans"/>
                <a:ea typeface="Open Sans"/>
                <a:cs typeface="Open Sans"/>
              </a:defRPr>
            </a:lvl1pPr>
          </a:lstStyle>
          <a:p>
            <a:pPr marL="457200" lvl="0" indent="-457200" algn="ctr"/>
            <a:r>
              <a:rPr lang="en-US"/>
              <a:t>Topic Name</a:t>
            </a:r>
          </a:p>
        </p:txBody>
      </p:sp>
    </p:spTree>
    <p:extLst>
      <p:ext uri="{BB962C8B-B14F-4D97-AF65-F5344CB8AC3E}">
        <p14:creationId xmlns:p14="http://schemas.microsoft.com/office/powerpoint/2010/main" val="1456677713"/>
      </p:ext>
    </p:extLst>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iscussion-Content" preserve="1" userDrawn="1">
  <p:cSld name="Discussion-Content">
    <p:spTree>
      <p:nvGrpSpPr>
        <p:cNvPr id="1" name="Shape 174"/>
        <p:cNvGrpSpPr/>
        <p:nvPr/>
      </p:nvGrpSpPr>
      <p:grpSpPr>
        <a:xfrm>
          <a:off x="0" y="0"/>
          <a:ext cx="0" cy="0"/>
          <a:chOff x="0" y="0"/>
          <a:chExt cx="0" cy="0"/>
        </a:xfrm>
      </p:grpSpPr>
      <p:pic>
        <p:nvPicPr>
          <p:cNvPr id="175" name="Google Shape;175;p17"/>
          <p:cNvPicPr preferRelativeResize="0"/>
          <p:nvPr/>
        </p:nvPicPr>
        <p:blipFill>
          <a:blip r:embed="rId2"/>
          <a:srcRect/>
          <a:stretch/>
        </p:blipFill>
        <p:spPr>
          <a:xfrm>
            <a:off x="0" y="0"/>
            <a:ext cx="16255999" cy="9144000"/>
          </a:xfrm>
          <a:prstGeom prst="rect">
            <a:avLst/>
          </a:prstGeom>
          <a:noFill/>
          <a:ln>
            <a:noFill/>
          </a:ln>
        </p:spPr>
      </p:pic>
      <p:sp>
        <p:nvSpPr>
          <p:cNvPr id="177" name="Google Shape;177;p17"/>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rgbClr val="3F3F3F"/>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89" name="Google Shape;189;p17"/>
          <p:cNvPicPr preferRelativeResize="0"/>
          <p:nvPr/>
        </p:nvPicPr>
        <p:blipFill rotWithShape="1">
          <a:blip r:embed="rId3">
            <a:alphaModFix/>
          </a:blip>
          <a:srcRect/>
          <a:stretch/>
        </p:blipFill>
        <p:spPr>
          <a:xfrm>
            <a:off x="752450" y="2249238"/>
            <a:ext cx="4290990" cy="4413372"/>
          </a:xfrm>
          <a:prstGeom prst="rect">
            <a:avLst/>
          </a:prstGeom>
          <a:noFill/>
          <a:ln>
            <a:noFill/>
          </a:ln>
        </p:spPr>
      </p:pic>
      <p:sp>
        <p:nvSpPr>
          <p:cNvPr id="2" name="Text Placeholder 6">
            <a:extLst>
              <a:ext uri="{FF2B5EF4-FFF2-40B4-BE49-F238E27FC236}">
                <a16:creationId xmlns:a16="http://schemas.microsoft.com/office/drawing/2014/main" id="{2190EDBE-42C7-8577-2262-B01D520296F0}"/>
              </a:ext>
            </a:extLst>
          </p:cNvPr>
          <p:cNvSpPr>
            <a:spLocks noGrp="1"/>
          </p:cNvSpPr>
          <p:nvPr>
            <p:ph type="body" sz="quarter" idx="10"/>
          </p:nvPr>
        </p:nvSpPr>
        <p:spPr>
          <a:xfrm>
            <a:off x="5394960" y="1761785"/>
            <a:ext cx="10346786" cy="6260127"/>
          </a:xfrm>
          <a:prstGeom prst="rect">
            <a:avLst/>
          </a:prstGeom>
        </p:spPr>
        <p:txBody>
          <a:bodyPr/>
          <a:lstStyle>
            <a:lvl1pPr marL="0" indent="0">
              <a:lnSpc>
                <a:spcPct val="114000"/>
              </a:lnSpc>
              <a:spcBef>
                <a:spcPts val="0"/>
              </a:spcBef>
              <a:buFont typeface="Arial" panose="020B0604020202020204" pitchFamily="34" charset="0"/>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2385892519"/>
      </p:ext>
    </p:extLst>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Role-Play Activities">
    <p:spTree>
      <p:nvGrpSpPr>
        <p:cNvPr id="1" name=""/>
        <p:cNvGrpSpPr/>
        <p:nvPr/>
      </p:nvGrpSpPr>
      <p:grpSpPr>
        <a:xfrm>
          <a:off x="0" y="0"/>
          <a:ext cx="0" cy="0"/>
          <a:chOff x="0" y="0"/>
          <a:chExt cx="0" cy="0"/>
        </a:xfrm>
      </p:grpSpPr>
      <p:pic>
        <p:nvPicPr>
          <p:cNvPr id="6" name="Google Shape;169;p16">
            <a:extLst>
              <a:ext uri="{FF2B5EF4-FFF2-40B4-BE49-F238E27FC236}">
                <a16:creationId xmlns:a16="http://schemas.microsoft.com/office/drawing/2014/main" id="{2444B81E-A7F2-DD03-1F7C-99ED49FAF882}"/>
              </a:ext>
            </a:extLst>
          </p:cNvPr>
          <p:cNvPicPr preferRelativeResize="0"/>
          <p:nvPr userDrawn="1"/>
        </p:nvPicPr>
        <p:blipFill>
          <a:blip r:embed="rId2"/>
          <a:srcRect/>
          <a:stretch/>
        </p:blipFill>
        <p:spPr>
          <a:xfrm>
            <a:off x="0" y="0"/>
            <a:ext cx="16255999" cy="9143999"/>
          </a:xfrm>
          <a:prstGeom prst="rect">
            <a:avLst/>
          </a:prstGeom>
          <a:noFill/>
          <a:ln>
            <a:noFill/>
          </a:ln>
        </p:spPr>
      </p:pic>
      <p:sp>
        <p:nvSpPr>
          <p:cNvPr id="2" name="Text Placeholder 3">
            <a:extLst>
              <a:ext uri="{FF2B5EF4-FFF2-40B4-BE49-F238E27FC236}">
                <a16:creationId xmlns:a16="http://schemas.microsoft.com/office/drawing/2014/main" id="{8C918EE9-73C7-114C-7405-846E29EB7AEA}"/>
              </a:ext>
            </a:extLst>
          </p:cNvPr>
          <p:cNvSpPr>
            <a:spLocks noGrp="1"/>
          </p:cNvSpPr>
          <p:nvPr>
            <p:ph type="body" sz="quarter" idx="36" hasCustomPrompt="1"/>
          </p:nvPr>
        </p:nvSpPr>
        <p:spPr>
          <a:xfrm>
            <a:off x="9752023" y="4114800"/>
            <a:ext cx="4348077" cy="914400"/>
          </a:xfrm>
          <a:prstGeom prst="rect">
            <a:avLst/>
          </a:prstGeom>
          <a:noFill/>
          <a:ln>
            <a:noFill/>
          </a:ln>
        </p:spPr>
        <p:txBody>
          <a:bodyPr spcFirstLastPara="1" wrap="square" lIns="91425" tIns="91425" rIns="91425" bIns="91425" anchor="t" anchorCtr="0">
            <a:noAutofit/>
          </a:bodyPr>
          <a:lstStyle>
            <a:lvl1pPr marL="0" indent="0" algn="ctr">
              <a:buFont typeface="Arial" panose="020B0604020202020204" pitchFamily="34" charset="0"/>
              <a:buNone/>
              <a:defRPr lang="en-US" sz="2800" b="1" dirty="0">
                <a:solidFill>
                  <a:srgbClr val="404040"/>
                </a:solidFill>
                <a:latin typeface="Open Sans"/>
                <a:ea typeface="Open Sans"/>
                <a:cs typeface="Open Sans"/>
              </a:defRPr>
            </a:lvl1pPr>
          </a:lstStyle>
          <a:p>
            <a:pPr marL="228600" lvl="0" indent="-228600" algn="ctr"/>
            <a:r>
              <a:rPr lang="en-US"/>
              <a:t>Topic Name</a:t>
            </a:r>
          </a:p>
        </p:txBody>
      </p:sp>
      <p:pic>
        <p:nvPicPr>
          <p:cNvPr id="9" name="Picture 8" descr="A group of people reading books&#10;&#10;Description automatically generated with low confidence">
            <a:extLst>
              <a:ext uri="{FF2B5EF4-FFF2-40B4-BE49-F238E27FC236}">
                <a16:creationId xmlns:a16="http://schemas.microsoft.com/office/drawing/2014/main" id="{F1D10771-AD41-E153-2D96-91B7FA55089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37129" y="2323120"/>
            <a:ext cx="5664389" cy="4497760"/>
          </a:xfrm>
          <a:prstGeom prst="rect">
            <a:avLst/>
          </a:prstGeom>
        </p:spPr>
      </p:pic>
    </p:spTree>
    <p:extLst>
      <p:ext uri="{BB962C8B-B14F-4D97-AF65-F5344CB8AC3E}">
        <p14:creationId xmlns:p14="http://schemas.microsoft.com/office/powerpoint/2010/main" val="2702984903"/>
      </p:ext>
    </p:extLst>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urse-end Project" preserve="1" userDrawn="1">
  <p:cSld name="Course-end Project">
    <p:spTree>
      <p:nvGrpSpPr>
        <p:cNvPr id="1" name="Shape 190"/>
        <p:cNvGrpSpPr/>
        <p:nvPr/>
      </p:nvGrpSpPr>
      <p:grpSpPr>
        <a:xfrm>
          <a:off x="0" y="0"/>
          <a:ext cx="0" cy="0"/>
          <a:chOff x="0" y="0"/>
          <a:chExt cx="0" cy="0"/>
        </a:xfrm>
      </p:grpSpPr>
      <p:pic>
        <p:nvPicPr>
          <p:cNvPr id="191" name="Google Shape;191;p37"/>
          <p:cNvPicPr preferRelativeResize="0"/>
          <p:nvPr/>
        </p:nvPicPr>
        <p:blipFill>
          <a:blip r:embed="rId2"/>
          <a:srcRect/>
          <a:stretch/>
        </p:blipFill>
        <p:spPr>
          <a:xfrm>
            <a:off x="2" y="0"/>
            <a:ext cx="16255996" cy="9143998"/>
          </a:xfrm>
          <a:prstGeom prst="rect">
            <a:avLst/>
          </a:prstGeom>
          <a:noFill/>
          <a:ln>
            <a:noFill/>
          </a:ln>
        </p:spPr>
      </p:pic>
      <p:sp>
        <p:nvSpPr>
          <p:cNvPr id="2" name="Google Shape;177;p17">
            <a:extLst>
              <a:ext uri="{FF2B5EF4-FFF2-40B4-BE49-F238E27FC236}">
                <a16:creationId xmlns:a16="http://schemas.microsoft.com/office/drawing/2014/main" id="{662DC3C5-12CB-1B7D-A0D6-88DA0A6525F3}"/>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rgbClr val="3F3F3F"/>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 name="Text Placeholder 6">
            <a:extLst>
              <a:ext uri="{FF2B5EF4-FFF2-40B4-BE49-F238E27FC236}">
                <a16:creationId xmlns:a16="http://schemas.microsoft.com/office/drawing/2014/main" id="{2F575C20-C035-6B61-875E-DFDF9C3950C5}"/>
              </a:ext>
            </a:extLst>
          </p:cNvPr>
          <p:cNvSpPr>
            <a:spLocks noGrp="1"/>
          </p:cNvSpPr>
          <p:nvPr>
            <p:ph type="body" sz="quarter" idx="10"/>
          </p:nvPr>
        </p:nvSpPr>
        <p:spPr>
          <a:xfrm>
            <a:off x="4845052" y="1364776"/>
            <a:ext cx="10303962" cy="6823881"/>
          </a:xfrm>
          <a:prstGeom prst="rect">
            <a:avLst/>
          </a:prstGeom>
        </p:spPr>
        <p:txBody>
          <a:bodyPr/>
          <a:lstStyle>
            <a:lvl1pPr marL="0" indent="0" algn="l">
              <a:lnSpc>
                <a:spcPct val="114000"/>
              </a:lnSpc>
              <a:spcBef>
                <a:spcPts val="0"/>
              </a:spcBef>
              <a:buFont typeface="Arial" panose="020B0604020202020204" pitchFamily="34" charset="0"/>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7718878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efore the Next Class" preserve="1" userDrawn="1">
  <p:cSld name="Before the Next Class">
    <p:spTree>
      <p:nvGrpSpPr>
        <p:cNvPr id="1" name="Shape 196"/>
        <p:cNvGrpSpPr/>
        <p:nvPr/>
      </p:nvGrpSpPr>
      <p:grpSpPr>
        <a:xfrm>
          <a:off x="0" y="0"/>
          <a:ext cx="0" cy="0"/>
          <a:chOff x="0" y="0"/>
          <a:chExt cx="0" cy="0"/>
        </a:xfrm>
      </p:grpSpPr>
      <p:pic>
        <p:nvPicPr>
          <p:cNvPr id="197" name="Google Shape;197;p40"/>
          <p:cNvPicPr preferRelativeResize="0"/>
          <p:nvPr/>
        </p:nvPicPr>
        <p:blipFill>
          <a:blip r:embed="rId2"/>
          <a:srcRect/>
          <a:stretch/>
        </p:blipFill>
        <p:spPr>
          <a:xfrm>
            <a:off x="0" y="0"/>
            <a:ext cx="16255999" cy="9143999"/>
          </a:xfrm>
          <a:prstGeom prst="rect">
            <a:avLst/>
          </a:prstGeom>
          <a:noFill/>
          <a:ln>
            <a:noFill/>
          </a:ln>
        </p:spPr>
      </p:pic>
      <p:sp>
        <p:nvSpPr>
          <p:cNvPr id="201" name="Google Shape;201;p40"/>
          <p:cNvSpPr/>
          <p:nvPr userDrawn="1"/>
        </p:nvSpPr>
        <p:spPr>
          <a:xfrm>
            <a:off x="2464058" y="762715"/>
            <a:ext cx="4819925" cy="430887"/>
          </a:xfrm>
          <a:prstGeom prst="rect">
            <a:avLst/>
          </a:prstGeom>
          <a:noFill/>
          <a:ln>
            <a:noFill/>
          </a:ln>
        </p:spPr>
        <p:txBody>
          <a:bodyPr spcFirstLastPara="1" wrap="square" lIns="91425" tIns="0" rIns="91425" bIns="0" anchor="t" anchorCtr="0">
            <a:spAutoFit/>
          </a:bodyPr>
          <a:lstStyle/>
          <a:p>
            <a:pPr marL="0" lvl="0" indent="0" algn="ctr">
              <a:buSzPts val="2800"/>
              <a:buNone/>
            </a:pPr>
            <a:r>
              <a:rPr lang="en-US" sz="2800" b="1">
                <a:solidFill>
                  <a:srgbClr val="404040"/>
                </a:solidFill>
                <a:latin typeface="Open Sans"/>
                <a:ea typeface="Open Sans"/>
                <a:cs typeface="Open Sans"/>
                <a:sym typeface="Open Sans"/>
              </a:rPr>
              <a:t>Before the Next Class</a:t>
            </a:r>
            <a:endParaRPr sz="2800" b="1">
              <a:solidFill>
                <a:srgbClr val="404040"/>
              </a:solidFill>
              <a:latin typeface="Open Sans"/>
              <a:ea typeface="Open Sans"/>
              <a:cs typeface="Open Sans"/>
              <a:sym typeface="Arial"/>
            </a:endParaRPr>
          </a:p>
        </p:txBody>
      </p:sp>
      <p:sp>
        <p:nvSpPr>
          <p:cNvPr id="3" name="Text Placeholder 6">
            <a:extLst>
              <a:ext uri="{FF2B5EF4-FFF2-40B4-BE49-F238E27FC236}">
                <a16:creationId xmlns:a16="http://schemas.microsoft.com/office/drawing/2014/main" id="{9A8AA2E1-D889-F5D4-9C7E-C1EBB432455A}"/>
              </a:ext>
            </a:extLst>
          </p:cNvPr>
          <p:cNvSpPr>
            <a:spLocks noGrp="1"/>
          </p:cNvSpPr>
          <p:nvPr>
            <p:ph type="body" sz="quarter" idx="11"/>
          </p:nvPr>
        </p:nvSpPr>
        <p:spPr>
          <a:xfrm>
            <a:off x="655084" y="1364776"/>
            <a:ext cx="8439490" cy="6823881"/>
          </a:xfrm>
          <a:prstGeom prst="rect">
            <a:avLst/>
          </a:prstGeom>
        </p:spPr>
        <p:txBody>
          <a:bodyPr/>
          <a:lstStyle>
            <a:lvl1pPr marL="0" indent="0">
              <a:lnSpc>
                <a:spcPct val="114000"/>
              </a:lnSpc>
              <a:spcBef>
                <a:spcPts val="0"/>
              </a:spcBef>
              <a:buFont typeface="Arial" panose="020B0604020202020204" pitchFamily="34" charset="0"/>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14773711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What Next?" preserve="1" userDrawn="1">
  <p:cSld name="What Next?">
    <p:spTree>
      <p:nvGrpSpPr>
        <p:cNvPr id="1" name="Shape 202"/>
        <p:cNvGrpSpPr/>
        <p:nvPr/>
      </p:nvGrpSpPr>
      <p:grpSpPr>
        <a:xfrm>
          <a:off x="0" y="0"/>
          <a:ext cx="0" cy="0"/>
          <a:chOff x="0" y="0"/>
          <a:chExt cx="0" cy="0"/>
        </a:xfrm>
      </p:grpSpPr>
      <p:pic>
        <p:nvPicPr>
          <p:cNvPr id="203" name="Google Shape;203;p41"/>
          <p:cNvPicPr preferRelativeResize="0"/>
          <p:nvPr/>
        </p:nvPicPr>
        <p:blipFill>
          <a:blip r:embed="rId2"/>
          <a:srcRect/>
          <a:stretch/>
        </p:blipFill>
        <p:spPr>
          <a:xfrm>
            <a:off x="0" y="0"/>
            <a:ext cx="16255999" cy="9143999"/>
          </a:xfrm>
          <a:prstGeom prst="rect">
            <a:avLst/>
          </a:prstGeom>
          <a:noFill/>
          <a:ln>
            <a:noFill/>
          </a:ln>
        </p:spPr>
      </p:pic>
      <p:sp>
        <p:nvSpPr>
          <p:cNvPr id="207" name="Google Shape;207;p41"/>
          <p:cNvSpPr/>
          <p:nvPr/>
        </p:nvSpPr>
        <p:spPr>
          <a:xfrm>
            <a:off x="2464058" y="762715"/>
            <a:ext cx="4819925" cy="430887"/>
          </a:xfrm>
          <a:prstGeom prst="rect">
            <a:avLst/>
          </a:prstGeom>
          <a:noFill/>
          <a:ln>
            <a:noFill/>
          </a:ln>
        </p:spPr>
        <p:txBody>
          <a:bodyPr spcFirstLastPara="1" wrap="square" lIns="91425" tIns="0" rIns="91425" bIns="0" anchor="t" anchorCtr="0">
            <a:spAutoFit/>
          </a:bodyPr>
          <a:lstStyle/>
          <a:p>
            <a:pPr marL="0" lvl="0" indent="0" algn="ctr">
              <a:buSzPts val="2800"/>
              <a:buNone/>
            </a:pPr>
            <a:r>
              <a:rPr lang="en-US" sz="2800" b="1">
                <a:solidFill>
                  <a:srgbClr val="404040"/>
                </a:solidFill>
                <a:latin typeface="Open Sans"/>
                <a:ea typeface="Open Sans"/>
                <a:cs typeface="Open Sans"/>
                <a:sym typeface="Open Sans"/>
              </a:rPr>
              <a:t>What’s Next?</a:t>
            </a:r>
            <a:endParaRPr sz="2800" b="1">
              <a:solidFill>
                <a:srgbClr val="404040"/>
              </a:solidFill>
              <a:latin typeface="Open Sans"/>
              <a:ea typeface="Open Sans"/>
              <a:cs typeface="Open Sans"/>
              <a:sym typeface="Arial"/>
            </a:endParaRPr>
          </a:p>
        </p:txBody>
      </p:sp>
      <p:sp>
        <p:nvSpPr>
          <p:cNvPr id="3" name="Text Placeholder 6">
            <a:extLst>
              <a:ext uri="{FF2B5EF4-FFF2-40B4-BE49-F238E27FC236}">
                <a16:creationId xmlns:a16="http://schemas.microsoft.com/office/drawing/2014/main" id="{57DB387E-1A29-1EE9-8E02-0C57BA6B68C2}"/>
              </a:ext>
            </a:extLst>
          </p:cNvPr>
          <p:cNvSpPr>
            <a:spLocks noGrp="1"/>
          </p:cNvSpPr>
          <p:nvPr>
            <p:ph type="body" sz="quarter" idx="10"/>
          </p:nvPr>
        </p:nvSpPr>
        <p:spPr>
          <a:xfrm>
            <a:off x="655084" y="1364776"/>
            <a:ext cx="8439490" cy="6823881"/>
          </a:xfrm>
          <a:prstGeom prst="rect">
            <a:avLst/>
          </a:prstGeom>
        </p:spPr>
        <p:txBody>
          <a:bodyPr/>
          <a:lstStyle>
            <a:lvl1pPr marL="0" indent="0">
              <a:lnSpc>
                <a:spcPct val="114000"/>
              </a:lnSpc>
              <a:spcBef>
                <a:spcPts val="0"/>
              </a:spcBef>
              <a:buFont typeface="Arial" panose="020B0604020202020204" pitchFamily="34" charset="0"/>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21795630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ullets_for_whatnext_nextclass">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CFEACA45-46CE-3149-F1F8-368C0B35FE06}"/>
              </a:ext>
            </a:extLst>
          </p:cNvPr>
          <p:cNvSpPr>
            <a:spLocks noGrp="1"/>
          </p:cNvSpPr>
          <p:nvPr>
            <p:ph type="body" sz="quarter" idx="13"/>
          </p:nvPr>
        </p:nvSpPr>
        <p:spPr>
          <a:xfrm>
            <a:off x="670649" y="1377162"/>
            <a:ext cx="8439490" cy="6815160"/>
          </a:xfrm>
        </p:spPr>
        <p:txBody>
          <a:bodyPr/>
          <a:lstStyle>
            <a:lvl1pPr marL="0" indent="0">
              <a:buNone/>
              <a:defRPr/>
            </a:lvl1pPr>
            <a:lvl3pPr marL="1143000" indent="-228600">
              <a:buFont typeface="Courier New" panose="02070309020205020404" pitchFamily="49" charset="0"/>
              <a:buChar char="o"/>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3279441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B8547DCB-0B93-88B9-E345-AFD101D616BF}"/>
              </a:ext>
            </a:extLst>
          </p:cNvPr>
          <p:cNvSpPr>
            <a:spLocks noGrp="1"/>
          </p:cNvSpPr>
          <p:nvPr>
            <p:ph type="title"/>
          </p:nvPr>
        </p:nvSpPr>
        <p:spPr>
          <a:xfrm>
            <a:off x="1117600" y="487363"/>
            <a:ext cx="14020800" cy="1766887"/>
          </a:xfrm>
          <a:prstGeom prst="rect">
            <a:avLst/>
          </a:prstGeom>
        </p:spPr>
        <p:txBody>
          <a:bodyPr vert="horz" lIns="91440" tIns="45720" rIns="91440" bIns="45720" rtlCol="0" anchor="ctr">
            <a:normAutofit/>
          </a:bodyPr>
          <a:lstStyle/>
          <a:p>
            <a:pPr marL="0" lvl="0" indent="0">
              <a:lnSpc>
                <a:spcPct val="114000"/>
              </a:lnSpc>
              <a:spcBef>
                <a:spcPts val="0"/>
              </a:spcBef>
              <a:buFont typeface="Arial" panose="020B0604020202020204" pitchFamily="34" charset="0"/>
            </a:pPr>
            <a:endParaRPr lang="en-US"/>
          </a:p>
        </p:txBody>
      </p:sp>
      <p:sp>
        <p:nvSpPr>
          <p:cNvPr id="9" name="Text Placeholder 2">
            <a:extLst>
              <a:ext uri="{FF2B5EF4-FFF2-40B4-BE49-F238E27FC236}">
                <a16:creationId xmlns:a16="http://schemas.microsoft.com/office/drawing/2014/main" id="{4140D4C3-76A5-7AB4-F1FA-F4CE290D17B5}"/>
              </a:ext>
            </a:extLst>
          </p:cNvPr>
          <p:cNvSpPr>
            <a:spLocks noGrp="1"/>
          </p:cNvSpPr>
          <p:nvPr>
            <p:ph type="body" idx="1"/>
          </p:nvPr>
        </p:nvSpPr>
        <p:spPr>
          <a:xfrm>
            <a:off x="1117600" y="2433638"/>
            <a:ext cx="14020800" cy="5802312"/>
          </a:xfrm>
          <a:prstGeom prst="rect">
            <a:avLst/>
          </a:prstGeom>
        </p:spPr>
        <p:txBody>
          <a:bodyPr vert="horz" lIns="91440" tIns="45720" rIns="91440" bIns="45720" rtlCol="0">
            <a:normAutofit/>
          </a:bodyPr>
          <a:lstStyle/>
          <a:p>
            <a:pPr marL="0" lvl="0" indent="0">
              <a:lnSpc>
                <a:spcPct val="114000"/>
              </a:lnSpc>
              <a:buNone/>
            </a:pPr>
            <a:r>
              <a:rPr lang="en-GB"/>
              <a:t>Click to edit Master text styles</a:t>
            </a:r>
          </a:p>
          <a:p>
            <a:pPr lvl="1">
              <a:lnSpc>
                <a:spcPct val="114000"/>
              </a:lnSpc>
              <a:spcBef>
                <a:spcPts val="1000"/>
              </a:spcBef>
            </a:pPr>
            <a:r>
              <a:rPr lang="en-GB"/>
              <a:t>Second level</a:t>
            </a:r>
          </a:p>
          <a:p>
            <a:pPr lvl="2">
              <a:lnSpc>
                <a:spcPct val="114000"/>
              </a:lnSpc>
              <a:spcBef>
                <a:spcPts val="1000"/>
              </a:spcBef>
              <a:buSzPct val="100000"/>
              <a:buFont typeface="Courier New" panose="02070309020205020404" pitchFamily="49" charset="0"/>
              <a:buChar char="o"/>
            </a:pPr>
            <a:r>
              <a:rPr lang="en-GB"/>
              <a:t>Third level</a:t>
            </a:r>
          </a:p>
        </p:txBody>
      </p:sp>
      <p:pic>
        <p:nvPicPr>
          <p:cNvPr id="3" name="Picture 2" descr="A picture containing black, darkness&#10;&#10;Description automatically generated" hidden="1">
            <a:extLst>
              <a:ext uri="{FF2B5EF4-FFF2-40B4-BE49-F238E27FC236}">
                <a16:creationId xmlns:a16="http://schemas.microsoft.com/office/drawing/2014/main" id="{D0996812-ACEF-2708-D65E-97AE86E32B51}"/>
              </a:ext>
            </a:extLst>
          </p:cNvPr>
          <p:cNvPicPr>
            <a:picLocks noGrp="1" noRot="1" noChangeAspect="1" noMove="1" noResize="1" noEditPoints="1" noAdjustHandles="1" noChangeArrowheads="1" noChangeShapeType="1" noCrop="1"/>
          </p:cNvPicPr>
          <p:nvPr userDrawn="1"/>
        </p:nvPicPr>
        <p:blipFill>
          <a:blip r:embed="rId3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Tree>
    <p:extLst>
      <p:ext uri="{BB962C8B-B14F-4D97-AF65-F5344CB8AC3E}">
        <p14:creationId xmlns:p14="http://schemas.microsoft.com/office/powerpoint/2010/main" val="3368593342"/>
      </p:ext>
    </p:extLst>
  </p:cSld>
  <p:clrMap bg1="lt1" tx1="dk1" bg2="lt2" tx2="dk2" accent1="accent1" accent2="accent2" accent3="accent3" accent4="accent4" accent5="accent5" accent6="accent6" hlink="hlink" folHlink="folHlink"/>
  <p:sldLayoutIdLst>
    <p:sldLayoutId id="2147483674"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706" r:id="rId13"/>
    <p:sldLayoutId id="2147483707" r:id="rId14"/>
    <p:sldLayoutId id="2147483708"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Lst>
  <p:txStyles>
    <p:titleStyle>
      <a:lvl1pPr algn="l" defTabSz="914400" rtl="0" eaLnBrk="1" latinLnBrk="0" hangingPunct="1">
        <a:lnSpc>
          <a:spcPct val="114000"/>
        </a:lnSpc>
        <a:spcBef>
          <a:spcPct val="0"/>
        </a:spcBef>
        <a:buNone/>
        <a:defRPr lang="en-US" sz="2200" kern="1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6" userDrawn="1">
          <p15:clr>
            <a:srgbClr val="5ACBF0"/>
          </p15:clr>
        </p15:guide>
        <p15:guide id="2" pos="5120" userDrawn="1">
          <p15:clr>
            <a:srgbClr val="000000"/>
          </p15:clr>
        </p15:guide>
        <p15:guide id="3" orient="horz" pos="2880" userDrawn="1">
          <p15:clr>
            <a:srgbClr val="000000"/>
          </p15:clr>
        </p15:guide>
        <p15:guide id="4" orient="horz" pos="5184" userDrawn="1">
          <p15:clr>
            <a:srgbClr val="5ACBF0"/>
          </p15:clr>
        </p15:guide>
        <p15:guide id="5" pos="1016" userDrawn="1">
          <p15:clr>
            <a:srgbClr val="5ACBF0"/>
          </p15:clr>
        </p15:guide>
        <p15:guide id="6" pos="512" userDrawn="1">
          <p15:clr>
            <a:srgbClr val="F26B43"/>
          </p15:clr>
        </p15:guide>
        <p15:guide id="7" pos="9224" userDrawn="1">
          <p15:clr>
            <a:srgbClr val="5ACBF0"/>
          </p15:clr>
        </p15:guide>
        <p15:guide id="8" pos="9728" userDrawn="1">
          <p15:clr>
            <a:srgbClr val="F26B43"/>
          </p15:clr>
        </p15:guide>
        <p15:guide id="9" orient="horz" pos="288" userDrawn="1">
          <p15:clr>
            <a:srgbClr val="F26B43"/>
          </p15:clr>
        </p15:guide>
        <p15:guide id="10" orient="horz" pos="5472" userDrawn="1">
          <p15:clr>
            <a:srgbClr val="F26B43"/>
          </p15:clr>
        </p15:guide>
        <p15:guide id="11" pos="8576" userDrawn="1">
          <p15:clr>
            <a:srgbClr val="5ACBF0"/>
          </p15:clr>
        </p15:guide>
        <p15:guide id="12" pos="8192" userDrawn="1">
          <p15:clr>
            <a:srgbClr val="5ACBF0"/>
          </p15:clr>
        </p15:guide>
        <p15:guide id="13" pos="1664" userDrawn="1">
          <p15:clr>
            <a:srgbClr val="5ACBF0"/>
          </p15:clr>
        </p15:guide>
        <p15:guide id="14" pos="2048"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tags" Target="../tags/tag1.xml"/><Relationship Id="rId5" Type="http://schemas.openxmlformats.org/officeDocument/2006/relationships/image" Target="../media/image30.sv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tags" Target="../tags/tag2.xml"/><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9.xml"/><Relationship Id="rId1" Type="http://schemas.openxmlformats.org/officeDocument/2006/relationships/tags" Target="../tags/tag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10.xm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10.xml"/><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0.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 Id="rId90"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 Id="rId90"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3" Type="http://schemas.openxmlformats.org/officeDocument/2006/relationships/image" Target="../media/image_gpt_clm.png"/><Relationship Id="rId1" Type="http://schemas.openxmlformats.org/officeDocument/2006/relationships/slideLayout" Target="../slideLayouts/slideLayout10.xml"/><Relationship Id="rId90"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3" Type="http://schemas.openxmlformats.org/officeDocument/2006/relationships/image" Target="../media/image_gpt_clm.png"/><Relationship Id="rId1" Type="http://schemas.openxmlformats.org/officeDocument/2006/relationships/slideLayout" Target="../slideLayouts/slideLayout10.xml"/><Relationship Id="rId90"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1" Type="http://schemas.openxmlformats.org/officeDocument/2006/relationships/slideLayout" Target="../slideLayouts/slideLayout10.xml"/><Relationship Id="rId4" Type="http://schemas.openxmlformats.org/officeDocument/2006/relationships/image" Target="../media/image_ic_chat.png"/><Relationship Id="rId90"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3" Type="http://schemas.openxmlformats.org/officeDocument/2006/relationships/image" Target="../media/image_ic_summary.png"/><Relationship Id="rId1" Type="http://schemas.openxmlformats.org/officeDocument/2006/relationships/slideLayout" Target="../slideLayouts/slideLayout10.xml"/><Relationship Id="rId4" Type="http://schemas.openxmlformats.org/officeDocument/2006/relationships/image" Target="../media/image_ic_code.png"/><Relationship Id="rId90"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 Id="rId90"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 Id="rId90"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3" Type="http://schemas.openxmlformats.org/officeDocument/2006/relationships/image" Target="../media/image_t5_span.png"/><Relationship Id="rId1" Type="http://schemas.openxmlformats.org/officeDocument/2006/relationships/slideLayout" Target="../slideLayouts/slideLayout10.xml"/><Relationship Id="rId90"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3" Type="http://schemas.openxmlformats.org/officeDocument/2006/relationships/image" Target="../media/image_t5_span.png"/><Relationship Id="rId1" Type="http://schemas.openxmlformats.org/officeDocument/2006/relationships/slideLayout" Target="../slideLayouts/slideLayout10.xml"/><Relationship Id="rId90"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3" Type="http://schemas.openxmlformats.org/officeDocument/2006/relationships/image" Target="../media/image_ic_translate.png"/><Relationship Id="rId1" Type="http://schemas.openxmlformats.org/officeDocument/2006/relationships/slideLayout" Target="../slideLayouts/slideLayout10.xml"/><Relationship Id="rId4" Type="http://schemas.openxmlformats.org/officeDocument/2006/relationships/image" Target="../media/image_ic_summary.png"/><Relationship Id="rId90"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3" Type="http://schemas.openxmlformats.org/officeDocument/2006/relationships/image" Target="../media/image37.png"/><Relationship Id="rId1" Type="http://schemas.openxmlformats.org/officeDocument/2006/relationships/slideLayout" Target="../slideLayouts/slideLayout10.xml"/><Relationship Id="rId4" Type="http://schemas.openxmlformats.org/officeDocument/2006/relationships/image" Target="../media/image39.png"/><Relationship Id="rId90"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4" name="Text Placeholder 3">
            <a:extLst>
              <a:ext uri="{FF2B5EF4-FFF2-40B4-BE49-F238E27FC236}">
                <a16:creationId xmlns:a16="http://schemas.microsoft.com/office/drawing/2014/main" id="{3D961C68-9303-6BE4-F955-0D48F00F3A45}"/>
              </a:ext>
            </a:extLst>
          </p:cNvPr>
          <p:cNvSpPr>
            <a:spLocks noGrp="1"/>
          </p:cNvSpPr>
          <p:nvPr>
            <p:ph type="body" idx="10"/>
          </p:nvPr>
        </p:nvSpPr>
        <p:spPr/>
        <p:txBody>
          <a:bodyPr/>
          <a:lstStyle/>
          <a:p>
            <a:r>
              <a:rPr lang="en-US" dirty="0"/>
              <a:t>Deep Learning with </a:t>
            </a:r>
            <a:r>
              <a:rPr lang="en-US" dirty="0" err="1"/>
              <a:t>Keras</a:t>
            </a:r>
            <a:r>
              <a:rPr lang="en-US" dirty="0"/>
              <a:t> and TensorFlow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
          <p:cNvSpPr txBox="1">
            <a:spLocks noGrp="1"/>
          </p:cNvSpPr>
          <p:nvPr>
            <p:ph type="body" idx="10"/>
          </p:nvPr>
        </p:nvSpPr>
        <p:spPr>
          <a:xfrm>
            <a:off x="653386" y="4114800"/>
            <a:ext cx="7835706" cy="914400"/>
          </a:xfrm>
          <a:noFill/>
          <a:ln>
            <a:noFill/>
          </a:ln>
        </p:spPr>
        <p:txBody>
          <a:bodyPr spcFirstLastPara="1" wrap="square" lIns="91425" tIns="91425" rIns="91425" bIns="91425" anchor="t" anchorCtr="0">
            <a:noAutofit/>
          </a:bodyPr>
          <a:lstStyle/>
          <a:p>
            <a:r>
              <a:rPr lang="en-IN" dirty="0"/>
              <a:t>Transformer Models for NLP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3" name="Text Placeholder 12">
            <a:extLst>
              <a:ext uri="{FF2B5EF4-FFF2-40B4-BE49-F238E27FC236}">
                <a16:creationId xmlns:a16="http://schemas.microsoft.com/office/drawing/2014/main" id="{2522C042-627B-0515-62C0-5B22D6D6732F}"/>
              </a:ext>
            </a:extLst>
          </p:cNvPr>
          <p:cNvSpPr>
            <a:spLocks noGrp="1"/>
          </p:cNvSpPr>
          <p:nvPr>
            <p:ph type="body" sz="quarter" idx="11"/>
          </p:nvPr>
        </p:nvSpPr>
        <p:spPr>
          <a:xfrm>
            <a:off x="1332874" y="2758746"/>
            <a:ext cx="10044659" cy="1011600"/>
          </a:xfrm>
        </p:spPr>
        <p:txBody>
          <a:bodyPr>
            <a:noAutofit/>
          </a:bodyPr>
          <a:lstStyle/>
          <a:p>
            <a:r>
              <a:rPr lang="en-US" dirty="0"/>
              <a:t>Apply self-attention mechanisms to analyze the importance of different words in a sentence for text processing</a:t>
            </a:r>
          </a:p>
        </p:txBody>
      </p:sp>
      <p:sp>
        <p:nvSpPr>
          <p:cNvPr id="14" name="Text Placeholder 13">
            <a:extLst>
              <a:ext uri="{FF2B5EF4-FFF2-40B4-BE49-F238E27FC236}">
                <a16:creationId xmlns:a16="http://schemas.microsoft.com/office/drawing/2014/main" id="{72FA8A64-0BD1-8D97-83AE-B004DD661AC9}"/>
              </a:ext>
            </a:extLst>
          </p:cNvPr>
          <p:cNvSpPr>
            <a:spLocks noGrp="1"/>
          </p:cNvSpPr>
          <p:nvPr>
            <p:ph type="body" sz="quarter" idx="12"/>
          </p:nvPr>
        </p:nvSpPr>
        <p:spPr>
          <a:xfrm>
            <a:off x="1331837" y="4066200"/>
            <a:ext cx="9880806" cy="1011600"/>
          </a:xfrm>
        </p:spPr>
        <p:txBody>
          <a:bodyPr>
            <a:noAutofit/>
          </a:bodyPr>
          <a:lstStyle/>
          <a:p>
            <a:r>
              <a:rPr lang="en-US" dirty="0"/>
              <a:t>Utilize Transformer models to improve machine translation tasks, and explore how these models effectively manage long-range dependencies</a:t>
            </a:r>
          </a:p>
        </p:txBody>
      </p:sp>
      <p:sp>
        <p:nvSpPr>
          <p:cNvPr id="15" name="Text Placeholder 14">
            <a:extLst>
              <a:ext uri="{FF2B5EF4-FFF2-40B4-BE49-F238E27FC236}">
                <a16:creationId xmlns:a16="http://schemas.microsoft.com/office/drawing/2014/main" id="{F50F87DB-36ED-E642-B50D-D3E07DC8BE49}"/>
              </a:ext>
            </a:extLst>
          </p:cNvPr>
          <p:cNvSpPr>
            <a:spLocks noGrp="1"/>
          </p:cNvSpPr>
          <p:nvPr>
            <p:ph type="body" sz="quarter" idx="13"/>
          </p:nvPr>
        </p:nvSpPr>
        <p:spPr>
          <a:xfrm>
            <a:off x="1331837" y="5259761"/>
            <a:ext cx="9036000" cy="1011600"/>
          </a:xfrm>
        </p:spPr>
        <p:txBody>
          <a:bodyPr>
            <a:normAutofit/>
          </a:bodyPr>
          <a:lstStyle/>
          <a:p>
            <a:r>
              <a:rPr lang="en-US" dirty="0"/>
              <a:t>Employ the Transformer architecture in natural language processing to develop more efficient sentiment analysis tools</a:t>
            </a:r>
          </a:p>
        </p:txBody>
      </p:sp>
      <p:sp>
        <p:nvSpPr>
          <p:cNvPr id="16" name="Text Placeholder 15">
            <a:extLst>
              <a:ext uri="{FF2B5EF4-FFF2-40B4-BE49-F238E27FC236}">
                <a16:creationId xmlns:a16="http://schemas.microsoft.com/office/drawing/2014/main" id="{17567A96-DF42-75F5-7755-B1C99E0C1554}"/>
              </a:ext>
            </a:extLst>
          </p:cNvPr>
          <p:cNvSpPr>
            <a:spLocks noGrp="1"/>
          </p:cNvSpPr>
          <p:nvPr>
            <p:ph type="body" sz="quarter" idx="14"/>
          </p:nvPr>
        </p:nvSpPr>
        <p:spPr>
          <a:xfrm>
            <a:off x="1331837" y="6208448"/>
            <a:ext cx="9670943" cy="1010072"/>
          </a:xfrm>
        </p:spPr>
        <p:txBody>
          <a:bodyPr>
            <a:noAutofit/>
          </a:bodyPr>
          <a:lstStyle/>
          <a:p>
            <a:r>
              <a:rPr lang="en-US" dirty="0"/>
              <a:t>Implement a Transformer model to recognize and translate languages, demonstrating the model’s ability to handle different linguistic inputs</a:t>
            </a:r>
          </a:p>
        </p:txBody>
      </p:sp>
      <p:pic>
        <p:nvPicPr>
          <p:cNvPr id="2" name="Picture 1" descr="A blue and white circle with a white circle&#10;&#10;Description automatically generated with low confidence">
            <a:extLst>
              <a:ext uri="{FF2B5EF4-FFF2-40B4-BE49-F238E27FC236}">
                <a16:creationId xmlns:a16="http://schemas.microsoft.com/office/drawing/2014/main" id="{8604D943-4A76-C447-BDE0-F7D0A34744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636" y="2832399"/>
            <a:ext cx="396244" cy="387931"/>
          </a:xfrm>
          <a:prstGeom prst="rect">
            <a:avLst/>
          </a:prstGeom>
        </p:spPr>
      </p:pic>
      <p:pic>
        <p:nvPicPr>
          <p:cNvPr id="3" name="Picture 2" descr="A blue and white circle with a white circle&#10;&#10;Description automatically generated with low confidence">
            <a:extLst>
              <a:ext uri="{FF2B5EF4-FFF2-40B4-BE49-F238E27FC236}">
                <a16:creationId xmlns:a16="http://schemas.microsoft.com/office/drawing/2014/main" id="{2796EEF2-C9A1-A874-36D2-ECC63FF8B4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636" y="6325553"/>
            <a:ext cx="396244" cy="387931"/>
          </a:xfrm>
          <a:prstGeom prst="rect">
            <a:avLst/>
          </a:prstGeom>
        </p:spPr>
      </p:pic>
      <p:pic>
        <p:nvPicPr>
          <p:cNvPr id="4" name="Picture 3" descr="A blue and white circle with a white circle&#10;&#10;Description automatically generated with low confidence">
            <a:extLst>
              <a:ext uri="{FF2B5EF4-FFF2-40B4-BE49-F238E27FC236}">
                <a16:creationId xmlns:a16="http://schemas.microsoft.com/office/drawing/2014/main" id="{4CE18B08-0EEF-5422-4786-ACA923DAE2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636" y="5309189"/>
            <a:ext cx="396244" cy="387931"/>
          </a:xfrm>
          <a:prstGeom prst="rect">
            <a:avLst/>
          </a:prstGeom>
        </p:spPr>
      </p:pic>
      <p:pic>
        <p:nvPicPr>
          <p:cNvPr id="5" name="Picture 4" descr="A blue and white circle with a white circle&#10;&#10;Description automatically generated with low confidence">
            <a:extLst>
              <a:ext uri="{FF2B5EF4-FFF2-40B4-BE49-F238E27FC236}">
                <a16:creationId xmlns:a16="http://schemas.microsoft.com/office/drawing/2014/main" id="{46019735-07B2-864B-7AB8-408C78E884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636" y="4184069"/>
            <a:ext cx="396244" cy="38793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5"/>
          <p:cNvSpPr txBox="1">
            <a:spLocks noGrp="1"/>
          </p:cNvSpPr>
          <p:nvPr>
            <p:ph type="body" idx="10"/>
          </p:nvPr>
        </p:nvSpPr>
        <p:spPr>
          <a:xfrm>
            <a:off x="844889" y="1622016"/>
            <a:ext cx="10807533" cy="6705659"/>
          </a:xfrm>
          <a:prstGeom prst="rect">
            <a:avLst/>
          </a:prstGeom>
          <a:noFill/>
          <a:ln>
            <a:noFill/>
          </a:ln>
        </p:spPr>
        <p:txBody>
          <a:bodyPr spcFirstLastPara="1" wrap="square" lIns="91425" tIns="0" rIns="91425" bIns="0" anchor="t" anchorCtr="0">
            <a:noAutofit/>
          </a:bodyPr>
          <a:lstStyle/>
          <a:p>
            <a:pPr marL="0" indent="0">
              <a:buNone/>
            </a:pPr>
            <a:r>
              <a:rPr lang="en-US" dirty="0" err="1">
                <a:solidFill>
                  <a:schemeClr val="tx1">
                    <a:lumMod val="75000"/>
                    <a:lumOff val="25000"/>
                  </a:schemeClr>
                </a:solidFill>
              </a:rPr>
              <a:t>TelNet</a:t>
            </a:r>
            <a:r>
              <a:rPr lang="en-US" dirty="0">
                <a:solidFill>
                  <a:schemeClr val="tx1">
                    <a:lumMod val="75000"/>
                    <a:lumOff val="25000"/>
                  </a:schemeClr>
                </a:solidFill>
              </a:rPr>
              <a:t> Global, a multinational telecommunications company, handles millions of customer interactions monthly across various channels, including social media, email, and live chat. The company faces challenges with response time and support quality due to the high volume of queries and the complexity of customer issues, ranging from billing problems to technical support for services.</a:t>
            </a:r>
          </a:p>
          <a:p>
            <a:pPr marL="0" indent="0">
              <a:lnSpc>
                <a:spcPct val="100000"/>
              </a:lnSpc>
              <a:buNone/>
            </a:pPr>
            <a:r>
              <a:rPr lang="en-US" b="1" dirty="0">
                <a:solidFill>
                  <a:schemeClr val="tx1">
                    <a:lumMod val="75000"/>
                    <a:lumOff val="25000"/>
                  </a:schemeClr>
                </a:solidFill>
              </a:rPr>
              <a:t>Challenge:</a:t>
            </a:r>
          </a:p>
          <a:p>
            <a:pPr marL="0" indent="0">
              <a:lnSpc>
                <a:spcPct val="100000"/>
              </a:lnSpc>
              <a:buNone/>
            </a:pPr>
            <a:r>
              <a:rPr lang="en-US" dirty="0" err="1">
                <a:solidFill>
                  <a:schemeClr val="tx1">
                    <a:lumMod val="75000"/>
                    <a:lumOff val="25000"/>
                  </a:schemeClr>
                </a:solidFill>
              </a:rPr>
              <a:t>TelNet</a:t>
            </a:r>
            <a:r>
              <a:rPr lang="en-US" dirty="0">
                <a:solidFill>
                  <a:schemeClr val="tx1">
                    <a:lumMod val="75000"/>
                    <a:lumOff val="25000"/>
                  </a:schemeClr>
                </a:solidFill>
              </a:rPr>
              <a:t> Global needs a solution that can:</a:t>
            </a:r>
          </a:p>
          <a:p>
            <a:pPr marL="342900" indent="-342900">
              <a:lnSpc>
                <a:spcPct val="100000"/>
              </a:lnSpc>
              <a:buFont typeface="Arial" panose="020B0604020202020204" pitchFamily="34" charset="0"/>
              <a:buChar char="•"/>
            </a:pPr>
            <a:r>
              <a:rPr lang="en-US" dirty="0">
                <a:solidFill>
                  <a:schemeClr val="tx1">
                    <a:lumMod val="75000"/>
                    <a:lumOff val="25000"/>
                  </a:schemeClr>
                </a:solidFill>
              </a:rPr>
              <a:t>Automate responses to common queries to reduce the workload on human agents</a:t>
            </a:r>
          </a:p>
          <a:p>
            <a:pPr marL="342900" indent="-342900">
              <a:lnSpc>
                <a:spcPct val="100000"/>
              </a:lnSpc>
              <a:buFont typeface="Arial" panose="020B0604020202020204" pitchFamily="34" charset="0"/>
              <a:buChar char="•"/>
            </a:pPr>
            <a:r>
              <a:rPr lang="en-US" dirty="0">
                <a:solidFill>
                  <a:schemeClr val="tx1">
                    <a:lumMod val="75000"/>
                    <a:lumOff val="25000"/>
                  </a:schemeClr>
                </a:solidFill>
              </a:rPr>
              <a:t>Understand and route complex customer inquiries to the appropriate departments</a:t>
            </a:r>
          </a:p>
          <a:p>
            <a:pPr marL="342900" indent="-342900">
              <a:lnSpc>
                <a:spcPct val="100000"/>
              </a:lnSpc>
              <a:buFont typeface="Arial" panose="020B0604020202020204" pitchFamily="34" charset="0"/>
              <a:buChar char="•"/>
            </a:pPr>
            <a:r>
              <a:rPr lang="en-US" dirty="0">
                <a:solidFill>
                  <a:schemeClr val="tx1">
                    <a:lumMod val="75000"/>
                    <a:lumOff val="25000"/>
                  </a:schemeClr>
                </a:solidFill>
              </a:rPr>
              <a:t>Enhance customer experience by quickly providing accurate, context-aware responses</a:t>
            </a:r>
          </a:p>
          <a:p>
            <a:pPr marL="342900" indent="-342900">
              <a:lnSpc>
                <a:spcPct val="100000"/>
              </a:lnSpc>
              <a:buFont typeface="Arial" panose="020B0604020202020204" pitchFamily="34" charset="0"/>
              <a:buChar char="•"/>
            </a:pPr>
            <a:r>
              <a:rPr lang="en-US" dirty="0">
                <a:solidFill>
                  <a:schemeClr val="tx1">
                    <a:lumMod val="75000"/>
                    <a:lumOff val="25000"/>
                  </a:schemeClr>
                </a:solidFill>
              </a:rPr>
              <a:t>Reduce operational costs associated with customer support</a:t>
            </a:r>
          </a:p>
        </p:txBody>
      </p:sp>
      <p:sp>
        <p:nvSpPr>
          <p:cNvPr id="2" name="Title 1">
            <a:extLst>
              <a:ext uri="{FF2B5EF4-FFF2-40B4-BE49-F238E27FC236}">
                <a16:creationId xmlns:a16="http://schemas.microsoft.com/office/drawing/2014/main" id="{4FEE6113-140A-48EB-6114-77B0C9247036}"/>
              </a:ext>
            </a:extLst>
          </p:cNvPr>
          <p:cNvSpPr>
            <a:spLocks noGrp="1"/>
          </p:cNvSpPr>
          <p:nvPr>
            <p:ph type="title"/>
          </p:nvPr>
        </p:nvSpPr>
        <p:spPr/>
        <p:txBody>
          <a:bodyPr>
            <a:normAutofit/>
          </a:bodyPr>
          <a:lstStyle/>
          <a:p>
            <a:r>
              <a:rPr lang="en-US" sz="2800" b="1" i="0" u="none" strike="noStrike" cap="none">
                <a:solidFill>
                  <a:srgbClr val="262626"/>
                </a:solidFill>
                <a:latin typeface="Open Sans"/>
                <a:ea typeface="Open Sans"/>
                <a:cs typeface="Open Sans"/>
                <a:sym typeface="Open Sans"/>
              </a:rPr>
              <a:t>Business Scenario</a:t>
            </a:r>
            <a:endParaRPr lang="en-US"/>
          </a:p>
        </p:txBody>
      </p:sp>
      <p:sp>
        <p:nvSpPr>
          <p:cNvPr id="16" name="Brandline_LVC">
            <a:extLst>
              <a:ext uri="{FF2B5EF4-FFF2-40B4-BE49-F238E27FC236}">
                <a16:creationId xmlns:a16="http://schemas.microsoft.com/office/drawing/2014/main" id="{FC44A5D4-2787-DE38-E7D2-4215983D48A9}"/>
              </a:ext>
            </a:extLst>
          </p:cNvPr>
          <p:cNvSpPr/>
          <p:nvPr/>
        </p:nvSpPr>
        <p:spPr>
          <a:xfrm>
            <a:off x="6146800" y="816324"/>
            <a:ext cx="3962876"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6098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5"/>
          <p:cNvSpPr txBox="1">
            <a:spLocks noGrp="1"/>
          </p:cNvSpPr>
          <p:nvPr>
            <p:ph type="body" idx="10"/>
          </p:nvPr>
        </p:nvSpPr>
        <p:spPr>
          <a:xfrm>
            <a:off x="0" y="4114800"/>
            <a:ext cx="16256001" cy="914400"/>
          </a:xfrm>
          <a:noFill/>
          <a:ln>
            <a:noFill/>
          </a:ln>
        </p:spPr>
        <p:txBody>
          <a:bodyPr spcFirstLastPara="1" wrap="square" lIns="91425" tIns="91425" rIns="91425" bIns="91425" anchor="t" anchorCtr="0">
            <a:noAutofit/>
          </a:bodyPr>
          <a:lstStyle/>
          <a:p>
            <a:r>
              <a:rPr lang="en-IN" dirty="0"/>
              <a:t>Overview of Transformer Models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dirty="0">
                <a:solidFill>
                  <a:srgbClr val="3F3F3F"/>
                </a:solidFill>
                <a:latin typeface="Open Sans"/>
                <a:ea typeface="Open Sans"/>
                <a:cs typeface="Open Sans"/>
                <a:sym typeface="Open Sans"/>
              </a:rPr>
              <a:t>Introduction to Transformer Models</a:t>
            </a:r>
          </a:p>
        </p:txBody>
      </p:sp>
      <p:sp>
        <p:nvSpPr>
          <p:cNvPr id="5" name="Google Shape;343;p43"/>
          <p:cNvSpPr/>
          <p:nvPr/>
        </p:nvSpPr>
        <p:spPr>
          <a:xfrm>
            <a:off x="1390253" y="1503652"/>
            <a:ext cx="13474700" cy="980943"/>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4000"/>
              </a:lnSpc>
              <a:spcBef>
                <a:spcPts val="1100"/>
              </a:spcBef>
            </a:pP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Transformer models are a type of deep learning architecture that leverages self-attention mechanisms to enable simultaneous processing of all sequence elements.</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Google Shape;343;p43">
            <a:extLst>
              <a:ext uri="{FF2B5EF4-FFF2-40B4-BE49-F238E27FC236}">
                <a16:creationId xmlns:a16="http://schemas.microsoft.com/office/drawing/2014/main" id="{5F558D59-4A80-1B72-49F4-EBD39055C43A}"/>
              </a:ext>
            </a:extLst>
          </p:cNvPr>
          <p:cNvSpPr/>
          <p:nvPr/>
        </p:nvSpPr>
        <p:spPr>
          <a:xfrm>
            <a:off x="7532913" y="4376154"/>
            <a:ext cx="7088353" cy="1567446"/>
          </a:xfrm>
          <a:prstGeom prst="roundRect">
            <a:avLst>
              <a:gd name="adj" fmla="val 11839"/>
            </a:avLst>
          </a:prstGeom>
          <a:noFill/>
          <a:ln>
            <a:noFill/>
          </a:ln>
        </p:spPr>
        <p:txBody>
          <a:bodyPr spcFirstLastPara="1" wrap="square" lIns="91425" tIns="45700" rIns="91425" bIns="45700" anchor="ctr" anchorCtr="0">
            <a:noAutofit/>
          </a:bodyPr>
          <a:lstStyle/>
          <a:p>
            <a:pPr algn="ctr">
              <a:lnSpc>
                <a:spcPct val="114000"/>
              </a:lnSpc>
              <a:spcBef>
                <a:spcPts val="1100"/>
              </a:spcBef>
            </a:pP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RNNs process data sequentially, requiring each step in a sequence to be handled one after another, unlike Transformers, which process elements </a:t>
            </a:r>
            <a:b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b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simultaneously.</a:t>
            </a:r>
          </a:p>
        </p:txBody>
      </p:sp>
      <p:pic>
        <p:nvPicPr>
          <p:cNvPr id="12" name="Picture 11" descr="A logo on a blue background&#10;&#10;Description automatically generated with low confidence">
            <a:extLst>
              <a:ext uri="{FF2B5EF4-FFF2-40B4-BE49-F238E27FC236}">
                <a16:creationId xmlns:a16="http://schemas.microsoft.com/office/drawing/2014/main" id="{3911C69C-61BB-B01A-5D2A-7D5AB0F458AC}"/>
              </a:ext>
            </a:extLst>
          </p:cNvPr>
          <p:cNvPicPr>
            <a:picLocks noChangeAspect="1"/>
          </p:cNvPicPr>
          <p:nvPr/>
        </p:nvPicPr>
        <p:blipFill>
          <a:blip r:embed="rId3"/>
          <a:stretch>
            <a:fillRect/>
          </a:stretch>
        </p:blipFill>
        <p:spPr>
          <a:xfrm>
            <a:off x="2097504" y="3103922"/>
            <a:ext cx="3525799" cy="3525408"/>
          </a:xfrm>
          <a:prstGeom prst="rect">
            <a:avLst/>
          </a:prstGeom>
        </p:spPr>
      </p:pic>
      <p:sp>
        <p:nvSpPr>
          <p:cNvPr id="7" name="Brandline_LVC">
            <a:extLst>
              <a:ext uri="{FF2B5EF4-FFF2-40B4-BE49-F238E27FC236}">
                <a16:creationId xmlns:a16="http://schemas.microsoft.com/office/drawing/2014/main" id="{325C411D-A176-0C4C-61C9-D77D74145A67}"/>
              </a:ext>
            </a:extLst>
          </p:cNvPr>
          <p:cNvSpPr/>
          <p:nvPr/>
        </p:nvSpPr>
        <p:spPr>
          <a:xfrm>
            <a:off x="4855628" y="816352"/>
            <a:ext cx="654395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2189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F26A81A-8CB1-2941-DA60-02488BEF0F0E}"/>
              </a:ext>
            </a:extLst>
          </p:cNvPr>
          <p:cNvSpPr>
            <a:spLocks noGrp="1"/>
          </p:cNvSpPr>
          <p:nvPr>
            <p:ph type="body" idx="4294967295"/>
          </p:nvPr>
        </p:nvSpPr>
        <p:spPr>
          <a:xfrm>
            <a:off x="1291857" y="1238772"/>
            <a:ext cx="13696999" cy="806564"/>
          </a:xfrm>
        </p:spPr>
        <p:txBody>
          <a:bodyPr>
            <a:noAutofit/>
          </a:bodyPr>
          <a:lstStyle/>
          <a:p>
            <a:pPr marL="88900" indent="0" algn="ctr">
              <a:buNone/>
            </a:pPr>
            <a:r>
              <a:rPr lang="en-US" dirty="0"/>
              <a:t>Self-attention, a key component in Natural Language Processing (NLP), enables the network to focus on specific words or phrases in a sentence to improve context understanding.</a:t>
            </a:r>
          </a:p>
        </p:txBody>
      </p:sp>
      <p:sp>
        <p:nvSpPr>
          <p:cNvPr id="4" name="Title 3">
            <a:extLst>
              <a:ext uri="{FF2B5EF4-FFF2-40B4-BE49-F238E27FC236}">
                <a16:creationId xmlns:a16="http://schemas.microsoft.com/office/drawing/2014/main" id="{D2242014-1B47-2FDF-8BB6-9C9A23742766}"/>
              </a:ext>
            </a:extLst>
          </p:cNvPr>
          <p:cNvSpPr>
            <a:spLocks noGrp="1"/>
          </p:cNvSpPr>
          <p:nvPr>
            <p:ph type="title"/>
          </p:nvPr>
        </p:nvSpPr>
        <p:spPr>
          <a:xfrm>
            <a:off x="-10160" y="229878"/>
            <a:ext cx="16276320" cy="687244"/>
          </a:xfrm>
        </p:spPr>
        <p:txBody>
          <a:bodyPr/>
          <a:lstStyle/>
          <a:p>
            <a:r>
              <a:rPr lang="en-US"/>
              <a:t>Understanding Self-Attention</a:t>
            </a:r>
          </a:p>
        </p:txBody>
      </p:sp>
      <p:sp>
        <p:nvSpPr>
          <p:cNvPr id="6" name="Brandline_LVC">
            <a:extLst>
              <a:ext uri="{FF2B5EF4-FFF2-40B4-BE49-F238E27FC236}">
                <a16:creationId xmlns:a16="http://schemas.microsoft.com/office/drawing/2014/main" id="{17F1D230-2B89-86D5-54E5-58E0BC8DE6A2}"/>
              </a:ext>
            </a:extLst>
          </p:cNvPr>
          <p:cNvSpPr/>
          <p:nvPr/>
        </p:nvSpPr>
        <p:spPr>
          <a:xfrm>
            <a:off x="4876800" y="816324"/>
            <a:ext cx="651875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EBB3505-4A3C-20DE-1BCD-8ACBF8B6A291}"/>
              </a:ext>
            </a:extLst>
          </p:cNvPr>
          <p:cNvGrpSpPr/>
          <p:nvPr/>
        </p:nvGrpSpPr>
        <p:grpSpPr>
          <a:xfrm>
            <a:off x="6133529" y="3389027"/>
            <a:ext cx="3259322" cy="4327157"/>
            <a:chOff x="1997554" y="3424491"/>
            <a:chExt cx="3259322" cy="4327157"/>
          </a:xfrm>
        </p:grpSpPr>
        <p:grpSp>
          <p:nvGrpSpPr>
            <p:cNvPr id="12" name="Group 11">
              <a:extLst>
                <a:ext uri="{FF2B5EF4-FFF2-40B4-BE49-F238E27FC236}">
                  <a16:creationId xmlns:a16="http://schemas.microsoft.com/office/drawing/2014/main" id="{7F77E5F2-AD8B-08C8-41A1-BE7E0654E2A9}"/>
                </a:ext>
              </a:extLst>
            </p:cNvPr>
            <p:cNvGrpSpPr/>
            <p:nvPr/>
          </p:nvGrpSpPr>
          <p:grpSpPr>
            <a:xfrm rot="16200000">
              <a:off x="1499100" y="3922945"/>
              <a:ext cx="4256230" cy="3259322"/>
              <a:chOff x="7158449" y="1599942"/>
              <a:chExt cx="4636193" cy="3005586"/>
            </a:xfrm>
          </p:grpSpPr>
          <p:sp>
            <p:nvSpPr>
              <p:cNvPr id="18" name="Rectangle: Rounded Corners 17">
                <a:extLst>
                  <a:ext uri="{FF2B5EF4-FFF2-40B4-BE49-F238E27FC236}">
                    <a16:creationId xmlns:a16="http://schemas.microsoft.com/office/drawing/2014/main" id="{46E2DA72-BE2B-1A10-B7AB-1B77B73D1502}"/>
                  </a:ext>
                </a:extLst>
              </p:cNvPr>
              <p:cNvSpPr/>
              <p:nvPr/>
            </p:nvSpPr>
            <p:spPr>
              <a:xfrm>
                <a:off x="7158449" y="1599942"/>
                <a:ext cx="4636193" cy="3005586"/>
              </a:xfrm>
              <a:prstGeom prst="roundRect">
                <a:avLst>
                  <a:gd name="adj" fmla="val 4085"/>
                </a:avLst>
              </a:prstGeom>
              <a:solidFill>
                <a:srgbClr val="2A96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 name="Rectangle: Rounded Corners 18">
                <a:extLst>
                  <a:ext uri="{FF2B5EF4-FFF2-40B4-BE49-F238E27FC236}">
                    <a16:creationId xmlns:a16="http://schemas.microsoft.com/office/drawing/2014/main" id="{E502DA4C-F6C9-D492-9FFD-1069CF6B73C8}"/>
                  </a:ext>
                </a:extLst>
              </p:cNvPr>
              <p:cNvSpPr/>
              <p:nvPr/>
            </p:nvSpPr>
            <p:spPr>
              <a:xfrm>
                <a:off x="8488235" y="1704541"/>
                <a:ext cx="3205820" cy="2798064"/>
              </a:xfrm>
              <a:prstGeom prst="roundRect">
                <a:avLst>
                  <a:gd name="adj" fmla="val 5033"/>
                </a:avLst>
              </a:prstGeom>
              <a:solidFill>
                <a:schemeClr val="bg1"/>
              </a:solidFill>
              <a:ln w="38100">
                <a:solidFill>
                  <a:srgbClr val="2992A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pic>
          <p:nvPicPr>
            <p:cNvPr id="13" name="Graphic 12">
              <a:extLst>
                <a:ext uri="{FF2B5EF4-FFF2-40B4-BE49-F238E27FC236}">
                  <a16:creationId xmlns:a16="http://schemas.microsoft.com/office/drawing/2014/main" id="{26E21899-ACF5-1C3E-2769-292DEB29136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00512" y="3604506"/>
              <a:ext cx="2651726" cy="2767739"/>
            </a:xfrm>
            <a:prstGeom prst="rect">
              <a:avLst/>
            </a:prstGeom>
          </p:spPr>
        </p:pic>
        <p:sp>
          <p:nvSpPr>
            <p:cNvPr id="15" name="TextBox 14">
              <a:extLst>
                <a:ext uri="{FF2B5EF4-FFF2-40B4-BE49-F238E27FC236}">
                  <a16:creationId xmlns:a16="http://schemas.microsoft.com/office/drawing/2014/main" id="{D6721D9D-35E5-9FD0-8E56-1B155FF83F0E}"/>
                </a:ext>
              </a:extLst>
            </p:cNvPr>
            <p:cNvSpPr txBox="1"/>
            <p:nvPr/>
          </p:nvSpPr>
          <p:spPr>
            <a:xfrm>
              <a:off x="2301369" y="6643652"/>
              <a:ext cx="2697592" cy="1107996"/>
            </a:xfrm>
            <a:prstGeom prst="rect">
              <a:avLst/>
            </a:prstGeom>
            <a:noFill/>
          </p:spPr>
          <p:txBody>
            <a:bodyPr wrap="square" rtlCol="0">
              <a:spAutoFit/>
            </a:bodyPr>
            <a:lstStyle/>
            <a:p>
              <a:pPr algn="ctr"/>
              <a:r>
                <a:rPr lang="en-US" sz="2200" dirty="0">
                  <a:solidFill>
                    <a:schemeClr val="bg1"/>
                  </a:solidFill>
                  <a:latin typeface="Open Sans" panose="020B0606030504020204" pitchFamily="34" charset="0"/>
                  <a:ea typeface="Open Sans" panose="020B0606030504020204" pitchFamily="34" charset="0"/>
                  <a:cs typeface="Open Sans" panose="020B0606030504020204" pitchFamily="34" charset="0"/>
                </a:rPr>
                <a:t>You are reading a mystery novel.</a:t>
              </a:r>
            </a:p>
            <a:p>
              <a:pPr algn="ctr"/>
              <a:endParaRPr lang="en-US" sz="22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3" name="Group 22">
            <a:extLst>
              <a:ext uri="{FF2B5EF4-FFF2-40B4-BE49-F238E27FC236}">
                <a16:creationId xmlns:a16="http://schemas.microsoft.com/office/drawing/2014/main" id="{C785A9C8-16EE-C44D-310D-9BD5063FFE0E}"/>
              </a:ext>
            </a:extLst>
          </p:cNvPr>
          <p:cNvGrpSpPr/>
          <p:nvPr/>
        </p:nvGrpSpPr>
        <p:grpSpPr>
          <a:xfrm>
            <a:off x="1702755" y="4433129"/>
            <a:ext cx="11464440" cy="1666900"/>
            <a:chOff x="1407027" y="5377149"/>
            <a:chExt cx="12049005" cy="1666900"/>
          </a:xfrm>
        </p:grpSpPr>
        <p:sp>
          <p:nvSpPr>
            <p:cNvPr id="24" name="Text_Box">
              <a:extLst>
                <a:ext uri="{FF2B5EF4-FFF2-40B4-BE49-F238E27FC236}">
                  <a16:creationId xmlns:a16="http://schemas.microsoft.com/office/drawing/2014/main" id="{86E9A67E-16EF-0139-830E-661574917444}"/>
                </a:ext>
              </a:extLst>
            </p:cNvPr>
            <p:cNvSpPr/>
            <p:nvPr/>
          </p:nvSpPr>
          <p:spPr>
            <a:xfrm>
              <a:off x="1407027" y="5377149"/>
              <a:ext cx="4212642" cy="166690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rgbClr val="404040"/>
                  </a:solidFill>
                  <a:latin typeface="Open Sans" panose="020B0606030504020204" pitchFamily="34" charset="0"/>
                </a:rPr>
                <a:t>While reading a novel, you simultaneously focus on the current page and recall earlier events, characters, and clues.</a:t>
              </a:r>
            </a:p>
          </p:txBody>
        </p:sp>
        <p:sp>
          <p:nvSpPr>
            <p:cNvPr id="29" name="Text_Box">
              <a:extLst>
                <a:ext uri="{FF2B5EF4-FFF2-40B4-BE49-F238E27FC236}">
                  <a16:creationId xmlns:a16="http://schemas.microsoft.com/office/drawing/2014/main" id="{11200E42-A1F5-BD1B-6709-4F4A2CF81FF2}"/>
                </a:ext>
              </a:extLst>
            </p:cNvPr>
            <p:cNvSpPr/>
            <p:nvPr/>
          </p:nvSpPr>
          <p:spPr>
            <a:xfrm>
              <a:off x="10030519" y="5637033"/>
              <a:ext cx="3425513" cy="1407015"/>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rgbClr val="404040"/>
                  </a:solidFill>
                  <a:latin typeface="Open Sans" panose="020B0606030504020204" pitchFamily="34" charset="0"/>
                </a:rPr>
                <a:t>This context helps you understand the story better and predict future events.</a:t>
              </a:r>
            </a:p>
          </p:txBody>
        </p:sp>
      </p:grpSp>
      <p:sp>
        <p:nvSpPr>
          <p:cNvPr id="30" name="Text_Box">
            <a:extLst>
              <a:ext uri="{FF2B5EF4-FFF2-40B4-BE49-F238E27FC236}">
                <a16:creationId xmlns:a16="http://schemas.microsoft.com/office/drawing/2014/main" id="{59680778-21EA-AE3B-AE63-13AE2186D70D}"/>
              </a:ext>
            </a:extLst>
          </p:cNvPr>
          <p:cNvSpPr/>
          <p:nvPr/>
        </p:nvSpPr>
        <p:spPr>
          <a:xfrm>
            <a:off x="6798804" y="3012243"/>
            <a:ext cx="1930668" cy="381000"/>
          </a:xfrm>
          <a:prstGeom prst="round2SameRect">
            <a:avLst/>
          </a:prstGeom>
          <a:solidFill>
            <a:srgbClr val="2A96AC"/>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bg1"/>
                </a:solidFill>
                <a:latin typeface="Open Sans" panose="020B0606030504020204" pitchFamily="34" charset="0"/>
              </a:rPr>
              <a:t>Example:</a:t>
            </a:r>
          </a:p>
        </p:txBody>
      </p:sp>
      <p:grpSp>
        <p:nvGrpSpPr>
          <p:cNvPr id="31" name="Group 30">
            <a:extLst>
              <a:ext uri="{FF2B5EF4-FFF2-40B4-BE49-F238E27FC236}">
                <a16:creationId xmlns:a16="http://schemas.microsoft.com/office/drawing/2014/main" id="{B5F6E2BE-D471-1E7C-4B06-022C4C1A42B3}"/>
              </a:ext>
            </a:extLst>
          </p:cNvPr>
          <p:cNvGrpSpPr/>
          <p:nvPr/>
        </p:nvGrpSpPr>
        <p:grpSpPr>
          <a:xfrm>
            <a:off x="5658952" y="4494870"/>
            <a:ext cx="413617" cy="1543418"/>
            <a:chOff x="3689291" y="5292399"/>
            <a:chExt cx="413617" cy="1543418"/>
          </a:xfrm>
          <a:solidFill>
            <a:srgbClr val="2A96AC"/>
          </a:solidFill>
        </p:grpSpPr>
        <p:sp>
          <p:nvSpPr>
            <p:cNvPr id="32" name="Rectangle 31">
              <a:extLst>
                <a:ext uri="{FF2B5EF4-FFF2-40B4-BE49-F238E27FC236}">
                  <a16:creationId xmlns:a16="http://schemas.microsoft.com/office/drawing/2014/main" id="{B469BCF6-1D61-D6D3-0BE1-A247FEBA52B4}"/>
                </a:ext>
              </a:extLst>
            </p:cNvPr>
            <p:cNvSpPr/>
            <p:nvPr/>
          </p:nvSpPr>
          <p:spPr>
            <a:xfrm>
              <a:off x="4001308" y="5292399"/>
              <a:ext cx="101600" cy="1543418"/>
            </a:xfrm>
            <a:prstGeom prst="rect">
              <a:avLst/>
            </a:prstGeom>
            <a:grpFill/>
            <a:ln>
              <a:solidFill>
                <a:srgbClr val="2A96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Isosceles Triangle 32">
              <a:extLst>
                <a:ext uri="{FF2B5EF4-FFF2-40B4-BE49-F238E27FC236}">
                  <a16:creationId xmlns:a16="http://schemas.microsoft.com/office/drawing/2014/main" id="{5859953F-4E46-5AD0-1517-1B76BB2170E8}"/>
                </a:ext>
              </a:extLst>
            </p:cNvPr>
            <p:cNvSpPr/>
            <p:nvPr/>
          </p:nvSpPr>
          <p:spPr>
            <a:xfrm rot="16200000">
              <a:off x="3663567" y="5903336"/>
              <a:ext cx="372991" cy="321544"/>
            </a:xfrm>
            <a:prstGeom prst="triangle">
              <a:avLst/>
            </a:prstGeom>
            <a:grpFill/>
            <a:ln>
              <a:solidFill>
                <a:srgbClr val="2A96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66BD729F-1B82-5323-F598-CF0D3F910621}"/>
              </a:ext>
            </a:extLst>
          </p:cNvPr>
          <p:cNvGrpSpPr/>
          <p:nvPr/>
        </p:nvGrpSpPr>
        <p:grpSpPr>
          <a:xfrm flipH="1">
            <a:off x="9442572" y="4494870"/>
            <a:ext cx="413617" cy="1543418"/>
            <a:chOff x="3689291" y="5292399"/>
            <a:chExt cx="413617" cy="1543418"/>
          </a:xfrm>
          <a:solidFill>
            <a:srgbClr val="2A96AC"/>
          </a:solidFill>
        </p:grpSpPr>
        <p:sp>
          <p:nvSpPr>
            <p:cNvPr id="35" name="Rectangle 34">
              <a:extLst>
                <a:ext uri="{FF2B5EF4-FFF2-40B4-BE49-F238E27FC236}">
                  <a16:creationId xmlns:a16="http://schemas.microsoft.com/office/drawing/2014/main" id="{DF799002-9DDB-CE5C-035B-6084F5C67E55}"/>
                </a:ext>
              </a:extLst>
            </p:cNvPr>
            <p:cNvSpPr/>
            <p:nvPr/>
          </p:nvSpPr>
          <p:spPr>
            <a:xfrm>
              <a:off x="4001308" y="5292399"/>
              <a:ext cx="101600" cy="1543418"/>
            </a:xfrm>
            <a:prstGeom prst="rect">
              <a:avLst/>
            </a:prstGeom>
            <a:grpFill/>
            <a:ln>
              <a:solidFill>
                <a:srgbClr val="2A96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35">
              <a:extLst>
                <a:ext uri="{FF2B5EF4-FFF2-40B4-BE49-F238E27FC236}">
                  <a16:creationId xmlns:a16="http://schemas.microsoft.com/office/drawing/2014/main" id="{4742D8D5-2E94-305D-C7ED-106A4DDA3CF2}"/>
                </a:ext>
              </a:extLst>
            </p:cNvPr>
            <p:cNvSpPr/>
            <p:nvPr/>
          </p:nvSpPr>
          <p:spPr>
            <a:xfrm rot="16200000">
              <a:off x="3663567" y="5903336"/>
              <a:ext cx="372991" cy="321544"/>
            </a:xfrm>
            <a:prstGeom prst="triangle">
              <a:avLst/>
            </a:prstGeom>
            <a:grpFill/>
            <a:ln>
              <a:solidFill>
                <a:srgbClr val="2A96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ustDataLst>
      <p:tags r:id="rId1"/>
    </p:custDataLst>
    <p:extLst>
      <p:ext uri="{BB962C8B-B14F-4D97-AF65-F5344CB8AC3E}">
        <p14:creationId xmlns:p14="http://schemas.microsoft.com/office/powerpoint/2010/main" val="3084824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dirty="0">
                <a:solidFill>
                  <a:srgbClr val="3F3F3F"/>
                </a:solidFill>
                <a:latin typeface="Open Sans"/>
                <a:ea typeface="Open Sans"/>
                <a:cs typeface="Open Sans"/>
                <a:sym typeface="Open Sans"/>
              </a:rPr>
              <a:t>Mechanics Behind Self-Attention</a:t>
            </a:r>
          </a:p>
        </p:txBody>
      </p:sp>
      <p:sp>
        <p:nvSpPr>
          <p:cNvPr id="7" name="Google Shape;343;p43">
            <a:extLst>
              <a:ext uri="{FF2B5EF4-FFF2-40B4-BE49-F238E27FC236}">
                <a16:creationId xmlns:a16="http://schemas.microsoft.com/office/drawing/2014/main" id="{174A5ED3-0BDF-45A4-A94E-B98C8BE82FB5}"/>
              </a:ext>
            </a:extLst>
          </p:cNvPr>
          <p:cNvSpPr/>
          <p:nvPr/>
        </p:nvSpPr>
        <p:spPr>
          <a:xfrm>
            <a:off x="2127250" y="995981"/>
            <a:ext cx="12001500" cy="980943"/>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5000"/>
              </a:lnSpc>
              <a:spcBef>
                <a:spcPts val="1100"/>
              </a:spcBef>
            </a:pPr>
            <a:r>
              <a:rPr lang="en-US" sz="2400" dirty="0"/>
              <a:t>The self-attention layer calculates three vectors from each encoder's input vector:</a:t>
            </a:r>
            <a:endParaRPr lang="en-US" sz="2200" dirty="0">
              <a:solidFill>
                <a:schemeClr val="tx1">
                  <a:lumMod val="75000"/>
                  <a:lumOff val="25000"/>
                </a:schemeClr>
              </a:solidFill>
              <a:latin typeface="Open Sans"/>
              <a:ea typeface="Open Sans"/>
              <a:cs typeface="Open Sans"/>
            </a:endParaRPr>
          </a:p>
        </p:txBody>
      </p:sp>
      <p:grpSp>
        <p:nvGrpSpPr>
          <p:cNvPr id="19" name="Group 18">
            <a:extLst>
              <a:ext uri="{FF2B5EF4-FFF2-40B4-BE49-F238E27FC236}">
                <a16:creationId xmlns:a16="http://schemas.microsoft.com/office/drawing/2014/main" id="{250F5376-8E56-5A90-BF2C-9ACB54875D1F}"/>
              </a:ext>
            </a:extLst>
          </p:cNvPr>
          <p:cNvGrpSpPr/>
          <p:nvPr/>
        </p:nvGrpSpPr>
        <p:grpSpPr>
          <a:xfrm>
            <a:off x="2014780" y="2865177"/>
            <a:ext cx="12383145" cy="4007619"/>
            <a:chOff x="1992217" y="2420011"/>
            <a:chExt cx="12383145" cy="4007619"/>
          </a:xfrm>
        </p:grpSpPr>
        <p:sp>
          <p:nvSpPr>
            <p:cNvPr id="8" name="Freeform 5">
              <a:extLst>
                <a:ext uri="{FF2B5EF4-FFF2-40B4-BE49-F238E27FC236}">
                  <a16:creationId xmlns:a16="http://schemas.microsoft.com/office/drawing/2014/main" id="{5F596D41-D382-49F5-91D3-FF3146C8A335}"/>
                </a:ext>
              </a:extLst>
            </p:cNvPr>
            <p:cNvSpPr>
              <a:spLocks/>
            </p:cNvSpPr>
            <p:nvPr/>
          </p:nvSpPr>
          <p:spPr bwMode="auto">
            <a:xfrm>
              <a:off x="6697134" y="3557430"/>
              <a:ext cx="2929467" cy="1351845"/>
            </a:xfrm>
            <a:custGeom>
              <a:avLst/>
              <a:gdLst>
                <a:gd name="T0" fmla="*/ 12 w 1168"/>
                <a:gd name="T1" fmla="*/ 322 h 538"/>
                <a:gd name="T2" fmla="*/ 0 w 1168"/>
                <a:gd name="T3" fmla="*/ 338 h 538"/>
                <a:gd name="T4" fmla="*/ 256 w 1168"/>
                <a:gd name="T5" fmla="*/ 519 h 538"/>
                <a:gd name="T6" fmla="*/ 267 w 1168"/>
                <a:gd name="T7" fmla="*/ 503 h 538"/>
                <a:gd name="T8" fmla="*/ 795 w 1168"/>
                <a:gd name="T9" fmla="*/ 413 h 538"/>
                <a:gd name="T10" fmla="*/ 907 w 1168"/>
                <a:gd name="T11" fmla="*/ 538 h 538"/>
                <a:gd name="T12" fmla="*/ 1168 w 1168"/>
                <a:gd name="T13" fmla="*/ 363 h 538"/>
                <a:gd name="T14" fmla="*/ 977 w 1168"/>
                <a:gd name="T15" fmla="*/ 157 h 538"/>
                <a:gd name="T16" fmla="*/ 678 w 1168"/>
                <a:gd name="T17" fmla="*/ 37 h 538"/>
                <a:gd name="T18" fmla="*/ 12 w 1168"/>
                <a:gd name="T19" fmla="*/ 322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8" h="538">
                  <a:moveTo>
                    <a:pt x="12" y="322"/>
                  </a:moveTo>
                  <a:cubicBezTo>
                    <a:pt x="8" y="327"/>
                    <a:pt x="4" y="332"/>
                    <a:pt x="0" y="338"/>
                  </a:cubicBezTo>
                  <a:cubicBezTo>
                    <a:pt x="256" y="519"/>
                    <a:pt x="256" y="519"/>
                    <a:pt x="256" y="519"/>
                  </a:cubicBezTo>
                  <a:cubicBezTo>
                    <a:pt x="260" y="513"/>
                    <a:pt x="263" y="508"/>
                    <a:pt x="267" y="503"/>
                  </a:cubicBezTo>
                  <a:cubicBezTo>
                    <a:pt x="388" y="332"/>
                    <a:pt x="625" y="292"/>
                    <a:pt x="795" y="413"/>
                  </a:cubicBezTo>
                  <a:cubicBezTo>
                    <a:pt x="843" y="447"/>
                    <a:pt x="881" y="490"/>
                    <a:pt x="907" y="538"/>
                  </a:cubicBezTo>
                  <a:cubicBezTo>
                    <a:pt x="1168" y="363"/>
                    <a:pt x="1168" y="363"/>
                    <a:pt x="1168" y="363"/>
                  </a:cubicBezTo>
                  <a:cubicBezTo>
                    <a:pt x="1120" y="284"/>
                    <a:pt x="1056" y="214"/>
                    <a:pt x="977" y="157"/>
                  </a:cubicBezTo>
                  <a:cubicBezTo>
                    <a:pt x="885" y="92"/>
                    <a:pt x="782" y="53"/>
                    <a:pt x="678" y="37"/>
                  </a:cubicBezTo>
                  <a:cubicBezTo>
                    <a:pt x="429" y="0"/>
                    <a:pt x="168" y="102"/>
                    <a:pt x="12" y="322"/>
                  </a:cubicBezTo>
                </a:path>
              </a:pathLst>
            </a:custGeom>
            <a:solidFill>
              <a:schemeClr val="accent4"/>
            </a:solidFill>
            <a:ln>
              <a:noFill/>
            </a:ln>
          </p:spPr>
          <p:txBody>
            <a:bodyPr vert="horz" wrap="square" lIns="162560" tIns="81280" rIns="162560" bIns="81280" numCol="1" anchor="ctr" anchorCtr="0" compatLnSpc="1">
              <a:prstTxWarp prst="textNoShape">
                <a:avLst/>
              </a:prstTxWarp>
            </a:bodyPr>
            <a:lstStyle/>
            <a:p>
              <a:pPr defTabSz="1625579"/>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14" name="Group 13">
              <a:extLst>
                <a:ext uri="{FF2B5EF4-FFF2-40B4-BE49-F238E27FC236}">
                  <a16:creationId xmlns:a16="http://schemas.microsoft.com/office/drawing/2014/main" id="{BEFE119E-A853-E18A-094D-49C1C66F0A17}"/>
                </a:ext>
              </a:extLst>
            </p:cNvPr>
            <p:cNvGrpSpPr/>
            <p:nvPr/>
          </p:nvGrpSpPr>
          <p:grpSpPr>
            <a:xfrm>
              <a:off x="8887178" y="4548030"/>
              <a:ext cx="1086555" cy="1879600"/>
              <a:chOff x="8887178" y="4548030"/>
              <a:chExt cx="1086555" cy="1879600"/>
            </a:xfrm>
          </p:grpSpPr>
          <p:sp>
            <p:nvSpPr>
              <p:cNvPr id="10" name="Freeform 7">
                <a:extLst>
                  <a:ext uri="{FF2B5EF4-FFF2-40B4-BE49-F238E27FC236}">
                    <a16:creationId xmlns:a16="http://schemas.microsoft.com/office/drawing/2014/main" id="{97551CEF-14DB-438F-82B9-E99B0692944F}"/>
                  </a:ext>
                </a:extLst>
              </p:cNvPr>
              <p:cNvSpPr>
                <a:spLocks/>
              </p:cNvSpPr>
              <p:nvPr/>
            </p:nvSpPr>
            <p:spPr bwMode="auto">
              <a:xfrm>
                <a:off x="8887178" y="4548030"/>
                <a:ext cx="1086555" cy="1879600"/>
              </a:xfrm>
              <a:custGeom>
                <a:avLst/>
                <a:gdLst>
                  <a:gd name="T0" fmla="*/ 48 w 433"/>
                  <a:gd name="T1" fmla="*/ 176 h 749"/>
                  <a:gd name="T2" fmla="*/ 12 w 433"/>
                  <a:gd name="T3" fmla="*/ 551 h 749"/>
                  <a:gd name="T4" fmla="*/ 0 w 433"/>
                  <a:gd name="T5" fmla="*/ 567 h 749"/>
                  <a:gd name="T6" fmla="*/ 256 w 433"/>
                  <a:gd name="T7" fmla="*/ 749 h 749"/>
                  <a:gd name="T8" fmla="*/ 268 w 433"/>
                  <a:gd name="T9" fmla="*/ 733 h 749"/>
                  <a:gd name="T10" fmla="*/ 310 w 433"/>
                  <a:gd name="T11" fmla="*/ 0 h 749"/>
                  <a:gd name="T12" fmla="*/ 48 w 433"/>
                  <a:gd name="T13" fmla="*/ 176 h 749"/>
                </a:gdLst>
                <a:ahLst/>
                <a:cxnLst>
                  <a:cxn ang="0">
                    <a:pos x="T0" y="T1"/>
                  </a:cxn>
                  <a:cxn ang="0">
                    <a:pos x="T2" y="T3"/>
                  </a:cxn>
                  <a:cxn ang="0">
                    <a:pos x="T4" y="T5"/>
                  </a:cxn>
                  <a:cxn ang="0">
                    <a:pos x="T6" y="T7"/>
                  </a:cxn>
                  <a:cxn ang="0">
                    <a:pos x="T8" y="T9"/>
                  </a:cxn>
                  <a:cxn ang="0">
                    <a:pos x="T10" y="T11"/>
                  </a:cxn>
                  <a:cxn ang="0">
                    <a:pos x="T12" y="T13"/>
                  </a:cxn>
                </a:cxnLst>
                <a:rect l="0" t="0" r="r" b="b"/>
                <a:pathLst>
                  <a:path w="433" h="749">
                    <a:moveTo>
                      <a:pt x="48" y="176"/>
                    </a:moveTo>
                    <a:cubicBezTo>
                      <a:pt x="102" y="294"/>
                      <a:pt x="93" y="438"/>
                      <a:pt x="12" y="551"/>
                    </a:cubicBezTo>
                    <a:cubicBezTo>
                      <a:pt x="8" y="557"/>
                      <a:pt x="5" y="562"/>
                      <a:pt x="0" y="567"/>
                    </a:cubicBezTo>
                    <a:cubicBezTo>
                      <a:pt x="256" y="749"/>
                      <a:pt x="256" y="749"/>
                      <a:pt x="256" y="749"/>
                    </a:cubicBezTo>
                    <a:cubicBezTo>
                      <a:pt x="260" y="743"/>
                      <a:pt x="264" y="738"/>
                      <a:pt x="268" y="733"/>
                    </a:cubicBezTo>
                    <a:cubicBezTo>
                      <a:pt x="426" y="510"/>
                      <a:pt x="433" y="225"/>
                      <a:pt x="310" y="0"/>
                    </a:cubicBezTo>
                    <a:lnTo>
                      <a:pt x="48" y="176"/>
                    </a:lnTo>
                    <a:close/>
                  </a:path>
                </a:pathLst>
              </a:custGeom>
              <a:solidFill>
                <a:schemeClr val="accent1"/>
              </a:solidFill>
              <a:ln>
                <a:noFill/>
              </a:ln>
            </p:spPr>
            <p:txBody>
              <a:bodyPr vert="horz" wrap="square" lIns="162560" tIns="81280" rIns="162560" bIns="81280" numCol="1" anchor="ctr" anchorCtr="0" compatLnSpc="1">
                <a:prstTxWarp prst="textNoShape">
                  <a:avLst/>
                </a:prstTxWarp>
              </a:bodyPr>
              <a:lstStyle/>
              <a:p>
                <a:pPr defTabSz="1625579"/>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Box 11">
                <a:extLst>
                  <a:ext uri="{FF2B5EF4-FFF2-40B4-BE49-F238E27FC236}">
                    <a16:creationId xmlns:a16="http://schemas.microsoft.com/office/drawing/2014/main" id="{C1287297-9CA4-4270-A774-1A4FC70DA5E9}"/>
                  </a:ext>
                </a:extLst>
              </p:cNvPr>
              <p:cNvSpPr txBox="1"/>
              <p:nvPr/>
            </p:nvSpPr>
            <p:spPr>
              <a:xfrm>
                <a:off x="9257972" y="5272387"/>
                <a:ext cx="344966" cy="430887"/>
              </a:xfrm>
              <a:prstGeom prst="rect">
                <a:avLst/>
              </a:prstGeom>
              <a:noFill/>
            </p:spPr>
            <p:txBody>
              <a:bodyPr wrap="none" rtlCol="0" anchor="ctr">
                <a:spAutoFit/>
              </a:bodyPr>
              <a:lstStyle/>
              <a:p>
                <a:pPr defTabSz="1625579"/>
                <a:r>
                  <a:rPr lang="en-US" sz="2200" b="1">
                    <a:solidFill>
                      <a:schemeClr val="bg1"/>
                    </a:solidFill>
                    <a:latin typeface="Open Sans" panose="020B0606030504020204" pitchFamily="34" charset="0"/>
                    <a:ea typeface="Open Sans" panose="020B0606030504020204" pitchFamily="34" charset="0"/>
                    <a:cs typeface="Open Sans" panose="020B0606030504020204" pitchFamily="34" charset="0"/>
                  </a:rPr>
                  <a:t>3</a:t>
                </a:r>
              </a:p>
            </p:txBody>
          </p:sp>
        </p:grpSp>
        <p:sp>
          <p:nvSpPr>
            <p:cNvPr id="13" name="TextBox 12">
              <a:extLst>
                <a:ext uri="{FF2B5EF4-FFF2-40B4-BE49-F238E27FC236}">
                  <a16:creationId xmlns:a16="http://schemas.microsoft.com/office/drawing/2014/main" id="{F7A70AED-F97F-4135-9B87-03970B9DC1DB}"/>
                </a:ext>
              </a:extLst>
            </p:cNvPr>
            <p:cNvSpPr txBox="1"/>
            <p:nvPr/>
          </p:nvSpPr>
          <p:spPr>
            <a:xfrm>
              <a:off x="7989384" y="3846213"/>
              <a:ext cx="344966" cy="430887"/>
            </a:xfrm>
            <a:prstGeom prst="rect">
              <a:avLst/>
            </a:prstGeom>
            <a:noFill/>
          </p:spPr>
          <p:txBody>
            <a:bodyPr wrap="none" rtlCol="0" anchor="ctr">
              <a:spAutoFit/>
            </a:bodyPr>
            <a:lstStyle/>
            <a:p>
              <a:pPr defTabSz="1625579"/>
              <a:r>
                <a:rPr lang="en-US" sz="2200" b="1">
                  <a:solidFill>
                    <a:schemeClr val="bg1"/>
                  </a:solidFill>
                  <a:latin typeface="Open Sans" panose="020B0606030504020204" pitchFamily="34" charset="0"/>
                  <a:ea typeface="Open Sans" panose="020B0606030504020204" pitchFamily="34" charset="0"/>
                  <a:cs typeface="Open Sans" panose="020B0606030504020204" pitchFamily="34" charset="0"/>
                </a:rPr>
                <a:t>2</a:t>
              </a:r>
            </a:p>
          </p:txBody>
        </p:sp>
        <p:grpSp>
          <p:nvGrpSpPr>
            <p:cNvPr id="11" name="Group 10">
              <a:extLst>
                <a:ext uri="{FF2B5EF4-FFF2-40B4-BE49-F238E27FC236}">
                  <a16:creationId xmlns:a16="http://schemas.microsoft.com/office/drawing/2014/main" id="{FDFF1C18-A54D-44C0-58C4-C1AC0B8D535B}"/>
                </a:ext>
              </a:extLst>
            </p:cNvPr>
            <p:cNvGrpSpPr/>
            <p:nvPr/>
          </p:nvGrpSpPr>
          <p:grpSpPr>
            <a:xfrm>
              <a:off x="6282266" y="4491586"/>
              <a:ext cx="1111956" cy="1927579"/>
              <a:chOff x="6282266" y="4491586"/>
              <a:chExt cx="1111956" cy="1927579"/>
            </a:xfrm>
          </p:grpSpPr>
          <p:sp>
            <p:nvSpPr>
              <p:cNvPr id="9" name="Freeform 6">
                <a:extLst>
                  <a:ext uri="{FF2B5EF4-FFF2-40B4-BE49-F238E27FC236}">
                    <a16:creationId xmlns:a16="http://schemas.microsoft.com/office/drawing/2014/main" id="{734F6FA8-DBBD-4F14-945E-FA3DD3A9AFE1}"/>
                  </a:ext>
                </a:extLst>
              </p:cNvPr>
              <p:cNvSpPr>
                <a:spLocks/>
              </p:cNvSpPr>
              <p:nvPr/>
            </p:nvSpPr>
            <p:spPr bwMode="auto">
              <a:xfrm>
                <a:off x="6282266" y="4491586"/>
                <a:ext cx="1111956" cy="1927579"/>
              </a:xfrm>
              <a:custGeom>
                <a:avLst/>
                <a:gdLst>
                  <a:gd name="T0" fmla="*/ 184 w 444"/>
                  <a:gd name="T1" fmla="*/ 767 h 767"/>
                  <a:gd name="T2" fmla="*/ 444 w 444"/>
                  <a:gd name="T3" fmla="*/ 594 h 767"/>
                  <a:gd name="T4" fmla="*/ 404 w 444"/>
                  <a:gd name="T5" fmla="*/ 182 h 767"/>
                  <a:gd name="T6" fmla="*/ 147 w 444"/>
                  <a:gd name="T7" fmla="*/ 0 h 767"/>
                  <a:gd name="T8" fmla="*/ 184 w 444"/>
                  <a:gd name="T9" fmla="*/ 767 h 767"/>
                </a:gdLst>
                <a:ahLst/>
                <a:cxnLst>
                  <a:cxn ang="0">
                    <a:pos x="T0" y="T1"/>
                  </a:cxn>
                  <a:cxn ang="0">
                    <a:pos x="T2" y="T3"/>
                  </a:cxn>
                  <a:cxn ang="0">
                    <a:pos x="T4" y="T5"/>
                  </a:cxn>
                  <a:cxn ang="0">
                    <a:pos x="T6" y="T7"/>
                  </a:cxn>
                  <a:cxn ang="0">
                    <a:pos x="T8" y="T9"/>
                  </a:cxn>
                </a:cxnLst>
                <a:rect l="0" t="0" r="r" b="b"/>
                <a:pathLst>
                  <a:path w="444" h="767">
                    <a:moveTo>
                      <a:pt x="184" y="767"/>
                    </a:moveTo>
                    <a:cubicBezTo>
                      <a:pt x="444" y="594"/>
                      <a:pt x="444" y="594"/>
                      <a:pt x="444" y="594"/>
                    </a:cubicBezTo>
                    <a:cubicBezTo>
                      <a:pt x="351" y="478"/>
                      <a:pt x="334" y="315"/>
                      <a:pt x="404" y="182"/>
                    </a:cubicBezTo>
                    <a:cubicBezTo>
                      <a:pt x="147" y="0"/>
                      <a:pt x="147" y="0"/>
                      <a:pt x="147" y="0"/>
                    </a:cubicBezTo>
                    <a:cubicBezTo>
                      <a:pt x="0" y="242"/>
                      <a:pt x="20" y="546"/>
                      <a:pt x="184" y="767"/>
                    </a:cubicBezTo>
                  </a:path>
                </a:pathLst>
              </a:custGeom>
              <a:solidFill>
                <a:schemeClr val="accent3"/>
              </a:solidFill>
              <a:ln>
                <a:noFill/>
              </a:ln>
            </p:spPr>
            <p:txBody>
              <a:bodyPr vert="horz" wrap="square" lIns="162560" tIns="81280" rIns="162560" bIns="81280" numCol="1" anchor="ctr" anchorCtr="0" compatLnSpc="1">
                <a:prstTxWarp prst="textNoShape">
                  <a:avLst/>
                </a:prstTxWarp>
              </a:bodyPr>
              <a:lstStyle/>
              <a:p>
                <a:pPr defTabSz="1625579"/>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extBox 14">
                <a:extLst>
                  <a:ext uri="{FF2B5EF4-FFF2-40B4-BE49-F238E27FC236}">
                    <a16:creationId xmlns:a16="http://schemas.microsoft.com/office/drawing/2014/main" id="{59E29076-FA9A-4C38-9B78-5AD2FB2FB890}"/>
                  </a:ext>
                </a:extLst>
              </p:cNvPr>
              <p:cNvSpPr txBox="1"/>
              <p:nvPr/>
            </p:nvSpPr>
            <p:spPr>
              <a:xfrm>
                <a:off x="6665761" y="5239932"/>
                <a:ext cx="344966" cy="430887"/>
              </a:xfrm>
              <a:prstGeom prst="rect">
                <a:avLst/>
              </a:prstGeom>
              <a:noFill/>
            </p:spPr>
            <p:txBody>
              <a:bodyPr wrap="none" rtlCol="0" anchor="ctr">
                <a:spAutoFit/>
              </a:bodyPr>
              <a:lstStyle/>
              <a:p>
                <a:pPr defTabSz="1625579"/>
                <a:r>
                  <a:rPr lang="en-US" sz="2200" b="1">
                    <a:solidFill>
                      <a:schemeClr val="bg1"/>
                    </a:solidFill>
                    <a:latin typeface="Open Sans" panose="020B0606030504020204" pitchFamily="34" charset="0"/>
                    <a:ea typeface="Open Sans" panose="020B0606030504020204" pitchFamily="34" charset="0"/>
                    <a:cs typeface="Open Sans" panose="020B0606030504020204" pitchFamily="34" charset="0"/>
                  </a:rPr>
                  <a:t>1</a:t>
                </a:r>
              </a:p>
            </p:txBody>
          </p:sp>
        </p:grpSp>
        <p:sp>
          <p:nvSpPr>
            <p:cNvPr id="16" name="TextBox 15">
              <a:extLst>
                <a:ext uri="{FF2B5EF4-FFF2-40B4-BE49-F238E27FC236}">
                  <a16:creationId xmlns:a16="http://schemas.microsoft.com/office/drawing/2014/main" id="{A648FEB1-FB4E-4C27-9EF6-E95632DC82E9}"/>
                </a:ext>
              </a:extLst>
            </p:cNvPr>
            <p:cNvSpPr txBox="1"/>
            <p:nvPr/>
          </p:nvSpPr>
          <p:spPr>
            <a:xfrm>
              <a:off x="9973732" y="4681583"/>
              <a:ext cx="4401630" cy="1612493"/>
            </a:xfrm>
            <a:prstGeom prst="rect">
              <a:avLst/>
            </a:prstGeom>
            <a:noFill/>
          </p:spPr>
          <p:txBody>
            <a:bodyPr wrap="square" numCol="1" spcCol="640080" rtlCol="0" anchor="ctr">
              <a:spAutoFit/>
            </a:bodyPr>
            <a:lstStyle/>
            <a:p>
              <a:pPr algn="ctr" defTabSz="1625579">
                <a:lnSpc>
                  <a:spcPct val="114000"/>
                </a:lnSpc>
              </a:pPr>
              <a:r>
                <a:rPr lang="en-US" sz="2200" b="1"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Value Vector (V): </a:t>
              </a: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This vector represents the actual word content, which generate the final output.</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extBox 16">
              <a:extLst>
                <a:ext uri="{FF2B5EF4-FFF2-40B4-BE49-F238E27FC236}">
                  <a16:creationId xmlns:a16="http://schemas.microsoft.com/office/drawing/2014/main" id="{6D7F720A-EC92-48F2-9CA0-4D303B23B4E8}"/>
                </a:ext>
              </a:extLst>
            </p:cNvPr>
            <p:cNvSpPr txBox="1"/>
            <p:nvPr/>
          </p:nvSpPr>
          <p:spPr>
            <a:xfrm>
              <a:off x="1992217" y="4842097"/>
              <a:ext cx="4290046" cy="1226554"/>
            </a:xfrm>
            <a:prstGeom prst="rect">
              <a:avLst/>
            </a:prstGeom>
            <a:noFill/>
          </p:spPr>
          <p:txBody>
            <a:bodyPr wrap="square" numCol="1" spcCol="640080" rtlCol="0" anchor="ctr">
              <a:spAutoFit/>
            </a:bodyPr>
            <a:lstStyle/>
            <a:p>
              <a:pPr algn="ctr" defTabSz="1625579">
                <a:lnSpc>
                  <a:spcPct val="114000"/>
                </a:lnSpc>
              </a:pPr>
              <a:r>
                <a:rPr lang="en-US" sz="2200" b="1"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Query Vector (Q): </a:t>
              </a: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This vector scores each word regarding the extent of attention it needs.</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Box 17">
              <a:extLst>
                <a:ext uri="{FF2B5EF4-FFF2-40B4-BE49-F238E27FC236}">
                  <a16:creationId xmlns:a16="http://schemas.microsoft.com/office/drawing/2014/main" id="{BF585F2B-7F92-4745-8473-10E8DC84517F}"/>
                </a:ext>
              </a:extLst>
            </p:cNvPr>
            <p:cNvSpPr txBox="1"/>
            <p:nvPr/>
          </p:nvSpPr>
          <p:spPr>
            <a:xfrm>
              <a:off x="5975941" y="2420011"/>
              <a:ext cx="4401630" cy="1226554"/>
            </a:xfrm>
            <a:prstGeom prst="rect">
              <a:avLst/>
            </a:prstGeom>
            <a:noFill/>
          </p:spPr>
          <p:txBody>
            <a:bodyPr wrap="square" numCol="1" spcCol="640080" rtlCol="0" anchor="ctr">
              <a:spAutoFit/>
            </a:bodyPr>
            <a:lstStyle/>
            <a:p>
              <a:pPr algn="ctr" defTabSz="1625579">
                <a:lnSpc>
                  <a:spcPct val="114000"/>
                </a:lnSpc>
              </a:pPr>
              <a:r>
                <a:rPr lang="en-US" sz="2200" b="1"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Key Vector (K): </a:t>
              </a: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This vector scores the attentiveness of each word.</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sp>
        <p:nvSpPr>
          <p:cNvPr id="6" name="Brandline_LVC">
            <a:extLst>
              <a:ext uri="{FF2B5EF4-FFF2-40B4-BE49-F238E27FC236}">
                <a16:creationId xmlns:a16="http://schemas.microsoft.com/office/drawing/2014/main" id="{EFAF70DA-8008-D5C5-162B-F53F19564464}"/>
              </a:ext>
            </a:extLst>
          </p:cNvPr>
          <p:cNvSpPr/>
          <p:nvPr/>
        </p:nvSpPr>
        <p:spPr>
          <a:xfrm>
            <a:off x="4559300" y="816352"/>
            <a:ext cx="714263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8171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dirty="0">
                <a:solidFill>
                  <a:srgbClr val="3F3F3F"/>
                </a:solidFill>
                <a:latin typeface="Open Sans"/>
                <a:ea typeface="Open Sans"/>
                <a:cs typeface="Open Sans"/>
                <a:sym typeface="Open Sans"/>
              </a:rPr>
              <a:t>Mechanics Behind Self-Attention</a:t>
            </a:r>
          </a:p>
        </p:txBody>
      </p:sp>
      <p:sp>
        <p:nvSpPr>
          <p:cNvPr id="7" name="Google Shape;343;p43">
            <a:extLst>
              <a:ext uri="{FF2B5EF4-FFF2-40B4-BE49-F238E27FC236}">
                <a16:creationId xmlns:a16="http://schemas.microsoft.com/office/drawing/2014/main" id="{174A5ED3-0BDF-45A4-A94E-B98C8BE82FB5}"/>
              </a:ext>
            </a:extLst>
          </p:cNvPr>
          <p:cNvSpPr/>
          <p:nvPr/>
        </p:nvSpPr>
        <p:spPr>
          <a:xfrm>
            <a:off x="2127250" y="998009"/>
            <a:ext cx="12001500" cy="980943"/>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5000"/>
              </a:lnSpc>
              <a:spcBef>
                <a:spcPts val="1100"/>
              </a:spcBef>
            </a:pPr>
            <a:r>
              <a:rPr lang="en-US" sz="2200" b="0" i="0" dirty="0">
                <a:solidFill>
                  <a:schemeClr val="tx1">
                    <a:lumMod val="75000"/>
                    <a:lumOff val="25000"/>
                  </a:schemeClr>
                </a:solidFill>
                <a:effectLst/>
                <a:latin typeface="Open Sans" panose="020B0606030504020204" pitchFamily="34" charset="0"/>
              </a:rPr>
              <a:t>During training, vectors are iteratively trained and updated.</a:t>
            </a:r>
            <a:endParaRPr lang="en-US" sz="2200" dirty="0">
              <a:solidFill>
                <a:schemeClr val="tx1">
                  <a:lumMod val="75000"/>
                  <a:lumOff val="25000"/>
                </a:schemeClr>
              </a:solidFill>
              <a:latin typeface="Open Sans" panose="020B0606030504020204" pitchFamily="34" charset="0"/>
              <a:ea typeface="Open Sans"/>
              <a:cs typeface="Open Sans"/>
            </a:endParaRPr>
          </a:p>
        </p:txBody>
      </p:sp>
      <p:sp>
        <p:nvSpPr>
          <p:cNvPr id="19" name="TextBox 18">
            <a:extLst>
              <a:ext uri="{FF2B5EF4-FFF2-40B4-BE49-F238E27FC236}">
                <a16:creationId xmlns:a16="http://schemas.microsoft.com/office/drawing/2014/main" id="{6A42BF4F-66B6-4934-8FD4-716AF24F384E}"/>
              </a:ext>
            </a:extLst>
          </p:cNvPr>
          <p:cNvSpPr txBox="1"/>
          <p:nvPr/>
        </p:nvSpPr>
        <p:spPr>
          <a:xfrm>
            <a:off x="2641600" y="2593462"/>
            <a:ext cx="11082216" cy="454676"/>
          </a:xfrm>
          <a:prstGeom prst="rect">
            <a:avLst/>
          </a:prstGeom>
          <a:noFill/>
        </p:spPr>
        <p:txBody>
          <a:bodyPr wrap="square" numCol="1" spcCol="640080" rtlCol="0" anchor="ctr">
            <a:spAutoFit/>
          </a:bodyPr>
          <a:lstStyle/>
          <a:p>
            <a:pPr algn="ctr" defTabSz="1625579">
              <a:lnSpc>
                <a:spcPct val="114000"/>
              </a:lnSpc>
            </a:pPr>
            <a:r>
              <a:rPr lang="en-US" sz="2200" dirty="0">
                <a:solidFill>
                  <a:schemeClr val="tx1">
                    <a:lumMod val="75000"/>
                    <a:lumOff val="25000"/>
                  </a:schemeClr>
                </a:solidFill>
                <a:latin typeface="Open Sans"/>
              </a:rPr>
              <a:t>The following equation defines the attention score for each input word.</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8520FAC-5F89-4899-81A9-1FA9422DAE03}"/>
                  </a:ext>
                </a:extLst>
              </p:cNvPr>
              <p:cNvSpPr txBox="1"/>
              <p:nvPr/>
            </p:nvSpPr>
            <p:spPr>
              <a:xfrm>
                <a:off x="5402009" y="3816350"/>
                <a:ext cx="5431309" cy="1592513"/>
              </a:xfrm>
              <a:prstGeom prst="roundRect">
                <a:avLst/>
              </a:prstGeom>
              <a:solidFill>
                <a:schemeClr val="accent1"/>
              </a:solidFill>
              <a:ln>
                <a:noFill/>
              </a:ln>
            </p:spPr>
            <p:txBody>
              <a:bodyPr wrap="square" rtlCol="0" anchor="ctr">
                <a:noAutofit/>
              </a:bodyPr>
              <a:lstStyle/>
              <a:p>
                <a:pPr>
                  <a:lnSpc>
                    <a:spcPct val="115000"/>
                  </a:lnSpc>
                </a:pPr>
                <a:r>
                  <a:rPr lang="en-US" sz="2200" dirty="0">
                    <a:solidFill>
                      <a:schemeClr val="bg1"/>
                    </a:solidFill>
                    <a:latin typeface="Cambria Math" panose="02040503050406030204" pitchFamily="18" charset="0"/>
                    <a:ea typeface="Cambria Math" panose="02040503050406030204" pitchFamily="18" charset="0"/>
                    <a:cs typeface="Open Sans" panose="020B0606030504020204" pitchFamily="34" charset="0"/>
                  </a:rPr>
                  <a:t>Attention (Q,K,V) = </a:t>
                </a:r>
                <a:r>
                  <a:rPr lang="en-US" sz="2200" dirty="0" err="1">
                    <a:solidFill>
                      <a:schemeClr val="bg1"/>
                    </a:solidFill>
                    <a:latin typeface="Cambria Math" panose="02040503050406030204" pitchFamily="18" charset="0"/>
                    <a:ea typeface="Cambria Math" panose="02040503050406030204" pitchFamily="18" charset="0"/>
                    <a:cs typeface="Open Sans" panose="020B0606030504020204" pitchFamily="34" charset="0"/>
                  </a:rPr>
                  <a:t>Softmax</a:t>
                </a:r>
                <a:r>
                  <a:rPr lang="en-US" sz="2200" dirty="0">
                    <a:solidFill>
                      <a:schemeClr val="bg1"/>
                    </a:solidFill>
                    <a:latin typeface="Cambria Math" panose="02040503050406030204" pitchFamily="18" charset="0"/>
                    <a:ea typeface="Cambria Math" panose="02040503050406030204" pitchFamily="18" charset="0"/>
                    <a:cs typeface="Open Sans" panose="020B0606030504020204" pitchFamily="34" charset="0"/>
                  </a:rPr>
                  <a:t> </a:t>
                </a:r>
                <a14:m>
                  <m:oMath xmlns:m="http://schemas.openxmlformats.org/officeDocument/2006/math">
                    <m:d>
                      <m:dPr>
                        <m:ctrlPr>
                          <a:rPr lang="en-US" sz="2200" b="0" i="1" smtClean="0">
                            <a:solidFill>
                              <a:schemeClr val="bg1"/>
                            </a:solidFill>
                            <a:latin typeface="Cambria Math" panose="02040503050406030204" pitchFamily="18" charset="0"/>
                            <a:ea typeface="Cambria Math" panose="02040503050406030204" pitchFamily="18" charset="0"/>
                            <a:cs typeface="Open Sans" panose="020B0606030504020204" pitchFamily="34" charset="0"/>
                          </a:rPr>
                        </m:ctrlPr>
                      </m:dPr>
                      <m:e>
                        <m:f>
                          <m:fPr>
                            <m:ctrlPr>
                              <a:rPr lang="en-US" sz="2200" i="1">
                                <a:solidFill>
                                  <a:schemeClr val="bg1"/>
                                </a:solidFill>
                                <a:latin typeface="Cambria Math" panose="02040503050406030204" pitchFamily="18" charset="0"/>
                                <a:ea typeface="Cambria Math" panose="02040503050406030204" pitchFamily="18" charset="0"/>
                                <a:cs typeface="Open Sans" panose="020B0606030504020204" pitchFamily="34" charset="0"/>
                              </a:rPr>
                            </m:ctrlPr>
                          </m:fPr>
                          <m:num>
                            <m:sSup>
                              <m:sSupPr>
                                <m:ctrlPr>
                                  <a:rPr lang="en-US" sz="2200" i="1">
                                    <a:solidFill>
                                      <a:schemeClr val="bg1"/>
                                    </a:solidFill>
                                    <a:latin typeface="Cambria Math" panose="02040503050406030204" pitchFamily="18" charset="0"/>
                                    <a:ea typeface="Cambria Math" panose="02040503050406030204" pitchFamily="18" charset="0"/>
                                    <a:cs typeface="Open Sans" panose="020B0606030504020204" pitchFamily="34" charset="0"/>
                                  </a:rPr>
                                </m:ctrlPr>
                              </m:sSupPr>
                              <m:e>
                                <m:r>
                                  <a:rPr lang="en-US" sz="2200" i="1">
                                    <a:solidFill>
                                      <a:schemeClr val="bg1"/>
                                    </a:solidFill>
                                    <a:latin typeface="Cambria Math" panose="02040503050406030204" pitchFamily="18" charset="0"/>
                                    <a:ea typeface="Cambria Math" panose="02040503050406030204" pitchFamily="18" charset="0"/>
                                    <a:cs typeface="Open Sans" panose="020B0606030504020204" pitchFamily="34" charset="0"/>
                                  </a:rPr>
                                  <m:t>𝑄𝐾</m:t>
                                </m:r>
                              </m:e>
                              <m:sup>
                                <m:r>
                                  <a:rPr lang="en-US" sz="2200" i="1">
                                    <a:solidFill>
                                      <a:schemeClr val="bg1"/>
                                    </a:solidFill>
                                    <a:latin typeface="Cambria Math" panose="02040503050406030204" pitchFamily="18" charset="0"/>
                                    <a:ea typeface="Cambria Math" panose="02040503050406030204" pitchFamily="18" charset="0"/>
                                    <a:cs typeface="Open Sans" panose="020B0606030504020204" pitchFamily="34" charset="0"/>
                                  </a:rPr>
                                  <m:t>𝑇</m:t>
                                </m:r>
                              </m:sup>
                            </m:sSup>
                          </m:num>
                          <m:den>
                            <m:rad>
                              <m:radPr>
                                <m:degHide m:val="on"/>
                                <m:ctrlPr>
                                  <a:rPr lang="en-US" sz="2200" i="1">
                                    <a:solidFill>
                                      <a:schemeClr val="bg1"/>
                                    </a:solidFill>
                                    <a:latin typeface="Cambria Math" panose="02040503050406030204" pitchFamily="18" charset="0"/>
                                    <a:ea typeface="Cambria Math" panose="02040503050406030204" pitchFamily="18" charset="0"/>
                                    <a:cs typeface="Open Sans" panose="020B0606030504020204" pitchFamily="34" charset="0"/>
                                  </a:rPr>
                                </m:ctrlPr>
                              </m:radPr>
                              <m:deg/>
                              <m:e>
                                <m:sSub>
                                  <m:sSubPr>
                                    <m:ctrlPr>
                                      <a:rPr lang="en-US" sz="2200" i="1">
                                        <a:solidFill>
                                          <a:schemeClr val="bg1"/>
                                        </a:solidFill>
                                        <a:latin typeface="Cambria Math" panose="02040503050406030204" pitchFamily="18" charset="0"/>
                                        <a:ea typeface="Cambria Math" panose="02040503050406030204" pitchFamily="18" charset="0"/>
                                        <a:cs typeface="Open Sans" panose="020B0606030504020204" pitchFamily="34" charset="0"/>
                                      </a:rPr>
                                    </m:ctrlPr>
                                  </m:sSubPr>
                                  <m:e>
                                    <m:r>
                                      <a:rPr lang="en-US" sz="2200" i="1">
                                        <a:solidFill>
                                          <a:schemeClr val="bg1"/>
                                        </a:solidFill>
                                        <a:latin typeface="Cambria Math" panose="02040503050406030204" pitchFamily="18" charset="0"/>
                                        <a:ea typeface="Cambria Math" panose="02040503050406030204" pitchFamily="18" charset="0"/>
                                        <a:cs typeface="Open Sans" panose="020B0606030504020204" pitchFamily="34" charset="0"/>
                                      </a:rPr>
                                      <m:t>𝑑</m:t>
                                    </m:r>
                                  </m:e>
                                  <m:sub>
                                    <m:r>
                                      <a:rPr lang="en-US" sz="2200" i="1">
                                        <a:solidFill>
                                          <a:schemeClr val="bg1"/>
                                        </a:solidFill>
                                        <a:latin typeface="Cambria Math" panose="02040503050406030204" pitchFamily="18" charset="0"/>
                                        <a:ea typeface="Cambria Math" panose="02040503050406030204" pitchFamily="18" charset="0"/>
                                        <a:cs typeface="Open Sans" panose="020B0606030504020204" pitchFamily="34" charset="0"/>
                                      </a:rPr>
                                      <m:t>𝑘</m:t>
                                    </m:r>
                                  </m:sub>
                                </m:sSub>
                              </m:e>
                            </m:rad>
                          </m:den>
                        </m:f>
                      </m:e>
                    </m:d>
                  </m:oMath>
                </a14:m>
                <a:r>
                  <a:rPr lang="en-IN" sz="2200" dirty="0">
                    <a:solidFill>
                      <a:schemeClr val="bg1"/>
                    </a:solidFill>
                    <a:latin typeface="Cambria Math" panose="02040503050406030204" pitchFamily="18" charset="0"/>
                    <a:ea typeface="Cambria Math" panose="02040503050406030204" pitchFamily="18" charset="0"/>
                    <a:cs typeface="Open Sans" panose="020B0606030504020204" pitchFamily="34" charset="0"/>
                  </a:rPr>
                  <a:t> V</a:t>
                </a:r>
              </a:p>
            </p:txBody>
          </p:sp>
        </mc:Choice>
        <mc:Fallback xmlns="">
          <p:sp>
            <p:nvSpPr>
              <p:cNvPr id="20" name="TextBox 19">
                <a:extLst>
                  <a:ext uri="{FF2B5EF4-FFF2-40B4-BE49-F238E27FC236}">
                    <a16:creationId xmlns:a16="http://schemas.microsoft.com/office/drawing/2014/main" id="{38520FAC-5F89-4899-81A9-1FA9422DAE03}"/>
                  </a:ext>
                </a:extLst>
              </p:cNvPr>
              <p:cNvSpPr txBox="1">
                <a:spLocks noRot="1" noChangeAspect="1" noMove="1" noResize="1" noEditPoints="1" noAdjustHandles="1" noChangeArrowheads="1" noChangeShapeType="1" noTextEdit="1"/>
              </p:cNvSpPr>
              <p:nvPr/>
            </p:nvSpPr>
            <p:spPr>
              <a:xfrm>
                <a:off x="5402009" y="3816350"/>
                <a:ext cx="5431309" cy="1592513"/>
              </a:xfrm>
              <a:prstGeom prst="roundRect">
                <a:avLst/>
              </a:prstGeom>
              <a:blipFill>
                <a:blip r:embed="rId3"/>
                <a:stretch>
                  <a:fillRect/>
                </a:stretch>
              </a:blipFill>
              <a:ln>
                <a:noFill/>
              </a:ln>
            </p:spPr>
            <p:txBody>
              <a:bodyPr/>
              <a:lstStyle/>
              <a:p>
                <a:r>
                  <a:rPr lang="en-IN">
                    <a:noFill/>
                  </a:rPr>
                  <a:t> </a:t>
                </a:r>
              </a:p>
            </p:txBody>
          </p:sp>
        </mc:Fallback>
      </mc:AlternateContent>
      <p:sp>
        <p:nvSpPr>
          <p:cNvPr id="6" name="Brandline_LVC">
            <a:extLst>
              <a:ext uri="{FF2B5EF4-FFF2-40B4-BE49-F238E27FC236}">
                <a16:creationId xmlns:a16="http://schemas.microsoft.com/office/drawing/2014/main" id="{0BA37D5C-8111-8AB1-F76A-E89E807E4E54}"/>
              </a:ext>
            </a:extLst>
          </p:cNvPr>
          <p:cNvSpPr/>
          <p:nvPr/>
        </p:nvSpPr>
        <p:spPr>
          <a:xfrm>
            <a:off x="4559300" y="816352"/>
            <a:ext cx="714263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0601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8C800B7-9D66-632B-5896-160D035D9880}"/>
              </a:ext>
            </a:extLst>
          </p:cNvPr>
          <p:cNvSpPr>
            <a:spLocks noGrp="1"/>
          </p:cNvSpPr>
          <p:nvPr>
            <p:ph type="title"/>
          </p:nvPr>
        </p:nvSpPr>
        <p:spPr>
          <a:xfrm>
            <a:off x="-10160" y="229878"/>
            <a:ext cx="16276320" cy="687244"/>
          </a:xfrm>
        </p:spPr>
        <p:txBody>
          <a:bodyPr/>
          <a:lstStyle/>
          <a:p>
            <a:r>
              <a:rPr lang="en-US"/>
              <a:t>Understanding Mechanics Behind Self-Attention: Example</a:t>
            </a:r>
            <a:endParaRPr lang="en-IN"/>
          </a:p>
        </p:txBody>
      </p:sp>
      <p:sp>
        <p:nvSpPr>
          <p:cNvPr id="14" name="Brandline_LVC">
            <a:extLst>
              <a:ext uri="{FF2B5EF4-FFF2-40B4-BE49-F238E27FC236}">
                <a16:creationId xmlns:a16="http://schemas.microsoft.com/office/drawing/2014/main" id="{03E2A56E-5003-1407-28CB-6598280B5E23}"/>
              </a:ext>
            </a:extLst>
          </p:cNvPr>
          <p:cNvSpPr/>
          <p:nvPr/>
        </p:nvSpPr>
        <p:spPr>
          <a:xfrm>
            <a:off x="2245709" y="816324"/>
            <a:ext cx="1176347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Open Sans"/>
              <a:ea typeface="+mn-ea"/>
              <a:cs typeface="+mn-cs"/>
            </a:endParaRPr>
          </a:p>
        </p:txBody>
      </p:sp>
      <p:sp>
        <p:nvSpPr>
          <p:cNvPr id="2" name="TextBox 1">
            <a:extLst>
              <a:ext uri="{FF2B5EF4-FFF2-40B4-BE49-F238E27FC236}">
                <a16:creationId xmlns:a16="http://schemas.microsoft.com/office/drawing/2014/main" id="{A14996E6-E432-6507-B0AA-7D0B13503AE1}"/>
              </a:ext>
            </a:extLst>
          </p:cNvPr>
          <p:cNvSpPr txBox="1"/>
          <p:nvPr/>
        </p:nvSpPr>
        <p:spPr>
          <a:xfrm>
            <a:off x="1943100" y="1600200"/>
            <a:ext cx="12858750" cy="1226554"/>
          </a:xfrm>
          <a:prstGeom prst="rect">
            <a:avLst/>
          </a:prstGeom>
          <a:noFill/>
        </p:spPr>
        <p:txBody>
          <a:bodyPr wrap="square" rtlCol="0">
            <a:spAutoFit/>
          </a:bodyPr>
          <a:lstStyle/>
          <a:p>
            <a:pPr algn="ctr">
              <a:lnSpc>
                <a:spcPct val="114000"/>
              </a:lnSpc>
            </a:pPr>
            <a:r>
              <a:rPr lang="en-US" sz="2200" dirty="0">
                <a:latin typeface="Open Sans" panose="020B0606030504020204" pitchFamily="34" charset="0"/>
                <a:ea typeface="Open Sans" panose="020B0606030504020204" pitchFamily="34" charset="0"/>
                <a:cs typeface="Open Sans" panose="020B0606030504020204" pitchFamily="34" charset="0"/>
              </a:rPr>
              <a:t>A person at a party tries to decide who to listen to in a crowded room. Imagine each person at the party has a story to tell, but not all stories are equally important to that person. So, everyone needs to decide how much attention each speaker should get.</a:t>
            </a:r>
            <a:endParaRPr lang="en-IN" sz="2200" dirty="0">
              <a:latin typeface="Open Sans" panose="020B0606030504020204" pitchFamily="34" charset="0"/>
              <a:ea typeface="Open Sans" panose="020B0606030504020204" pitchFamily="34" charset="0"/>
              <a:cs typeface="Open Sans" panose="020B0606030504020204" pitchFamily="34" charset="0"/>
            </a:endParaRPr>
          </a:p>
        </p:txBody>
      </p:sp>
      <p:pic>
        <p:nvPicPr>
          <p:cNvPr id="4" name="Picture 3" descr="A group of men standing in a line&#10;&#10;Description automatically generated">
            <a:extLst>
              <a:ext uri="{FF2B5EF4-FFF2-40B4-BE49-F238E27FC236}">
                <a16:creationId xmlns:a16="http://schemas.microsoft.com/office/drawing/2014/main" id="{9B46D37C-60D3-D17A-A060-77F0DCDA82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27603" y="3007667"/>
            <a:ext cx="8999682" cy="5320009"/>
          </a:xfrm>
          <a:prstGeom prst="rect">
            <a:avLst/>
          </a:prstGeom>
        </p:spPr>
      </p:pic>
      <p:sp>
        <p:nvSpPr>
          <p:cNvPr id="5" name="TextBox 4">
            <a:extLst>
              <a:ext uri="{FF2B5EF4-FFF2-40B4-BE49-F238E27FC236}">
                <a16:creationId xmlns:a16="http://schemas.microsoft.com/office/drawing/2014/main" id="{17C4B829-9ACA-664A-9AC1-90E19CBAD207}"/>
              </a:ext>
            </a:extLst>
          </p:cNvPr>
          <p:cNvSpPr txBox="1"/>
          <p:nvPr/>
        </p:nvSpPr>
        <p:spPr>
          <a:xfrm>
            <a:off x="10185689" y="3551396"/>
            <a:ext cx="1885950" cy="707886"/>
          </a:xfrm>
          <a:prstGeom prst="rect">
            <a:avLst/>
          </a:prstGeom>
          <a:noFill/>
        </p:spPr>
        <p:txBody>
          <a:bodyPr wrap="square" rtlCol="0">
            <a:spAutoFit/>
          </a:bodyPr>
          <a:lstStyle/>
          <a:p>
            <a:pPr algn="ctr"/>
            <a:r>
              <a:rPr lang="en-US" sz="2000" b="1" dirty="0">
                <a:latin typeface="Open Sans" panose="020B0606030504020204" pitchFamily="34" charset="0"/>
                <a:ea typeface="Open Sans" panose="020B0606030504020204" pitchFamily="34" charset="0"/>
                <a:cs typeface="Open Sans" panose="020B0606030504020204" pitchFamily="34" charset="0"/>
              </a:rPr>
              <a:t>Whom to pay attention to?</a:t>
            </a:r>
            <a:endParaRPr lang="en-IN" sz="2000" b="1" dirty="0">
              <a:latin typeface="Open Sans" panose="020B0606030504020204" pitchFamily="34" charset="0"/>
              <a:ea typeface="Open Sans" panose="020B0606030504020204" pitchFamily="34" charset="0"/>
              <a:cs typeface="Open Sans" panose="020B0606030504020204" pitchFamily="34" charset="0"/>
            </a:endParaRPr>
          </a:p>
        </p:txBody>
      </p:sp>
    </p:spTree>
    <p:custDataLst>
      <p:tags r:id="rId1"/>
    </p:custDataLst>
    <p:extLst>
      <p:ext uri="{BB962C8B-B14F-4D97-AF65-F5344CB8AC3E}">
        <p14:creationId xmlns:p14="http://schemas.microsoft.com/office/powerpoint/2010/main" val="4234404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8C800B7-9D66-632B-5896-160D035D9880}"/>
              </a:ext>
            </a:extLst>
          </p:cNvPr>
          <p:cNvSpPr>
            <a:spLocks noGrp="1"/>
          </p:cNvSpPr>
          <p:nvPr>
            <p:ph type="title"/>
          </p:nvPr>
        </p:nvSpPr>
        <p:spPr>
          <a:xfrm>
            <a:off x="-10160" y="229878"/>
            <a:ext cx="16276320" cy="687244"/>
          </a:xfrm>
        </p:spPr>
        <p:txBody>
          <a:bodyPr/>
          <a:lstStyle/>
          <a:p>
            <a:r>
              <a:rPr lang="en-US" dirty="0"/>
              <a:t>Understanding Mechanics Behind Self-Attention: Example</a:t>
            </a:r>
            <a:endParaRPr lang="en-IN" dirty="0"/>
          </a:p>
        </p:txBody>
      </p:sp>
      <p:sp>
        <p:nvSpPr>
          <p:cNvPr id="14" name="Brandline_LVC">
            <a:extLst>
              <a:ext uri="{FF2B5EF4-FFF2-40B4-BE49-F238E27FC236}">
                <a16:creationId xmlns:a16="http://schemas.microsoft.com/office/drawing/2014/main" id="{03E2A56E-5003-1407-28CB-6598280B5E23}"/>
              </a:ext>
            </a:extLst>
          </p:cNvPr>
          <p:cNvSpPr/>
          <p:nvPr/>
        </p:nvSpPr>
        <p:spPr>
          <a:xfrm>
            <a:off x="2780412" y="816324"/>
            <a:ext cx="10694064"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Open Sans"/>
              <a:ea typeface="+mn-ea"/>
              <a:cs typeface="+mn-cs"/>
            </a:endParaRPr>
          </a:p>
        </p:txBody>
      </p:sp>
      <p:sp>
        <p:nvSpPr>
          <p:cNvPr id="4" name="Rectangle: Rounded Corners 3">
            <a:extLst>
              <a:ext uri="{FF2B5EF4-FFF2-40B4-BE49-F238E27FC236}">
                <a16:creationId xmlns:a16="http://schemas.microsoft.com/office/drawing/2014/main" id="{9A035AD0-C07E-2212-2F5B-DBDF94FD5B84}"/>
              </a:ext>
            </a:extLst>
          </p:cNvPr>
          <p:cNvSpPr/>
          <p:nvPr/>
        </p:nvSpPr>
        <p:spPr>
          <a:xfrm>
            <a:off x="2668317" y="3086100"/>
            <a:ext cx="10918254" cy="4514850"/>
          </a:xfrm>
          <a:prstGeom prst="roundRect">
            <a:avLst>
              <a:gd name="adj" fmla="val 3595"/>
            </a:avLst>
          </a:prstGeom>
          <a:solidFill>
            <a:schemeClr val="accent5">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1200"/>
              </a:spcBef>
            </a:pP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Listening: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Each person (data point or word in a sentence) listens to the stories (inputs) of others in the room (sequence).</a:t>
            </a:r>
          </a:p>
          <a:p>
            <a:pPr>
              <a:spcBef>
                <a:spcPts val="1200"/>
              </a:spcBef>
            </a:pP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Scoring: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Everyone assigns a score to each storyteller based on how relevant each story is to their current interests or the context of the conversation (query-key matching).</a:t>
            </a:r>
          </a:p>
          <a:p>
            <a:pPr>
              <a:spcBef>
                <a:spcPts val="1200"/>
              </a:spcBef>
            </a:pP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Focusing: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The</a:t>
            </a: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focus is more on the stories with higher scores (these get more attention).</a:t>
            </a:r>
          </a:p>
          <a:p>
            <a:pPr>
              <a:spcBef>
                <a:spcPts val="1200"/>
              </a:spcBef>
            </a:pP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Combining: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Everyone creates a summary of what's important from all these stories, weighted by how much attention was paid to each (weighted sum of values).</a:t>
            </a:r>
            <a:endPar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FA89B1EA-4D5C-288E-6143-9874C5DC099A}"/>
              </a:ext>
            </a:extLst>
          </p:cNvPr>
          <p:cNvSpPr txBox="1"/>
          <p:nvPr/>
        </p:nvSpPr>
        <p:spPr>
          <a:xfrm>
            <a:off x="2926794" y="1786167"/>
            <a:ext cx="10401300" cy="430887"/>
          </a:xfrm>
          <a:prstGeom prst="rect">
            <a:avLst/>
          </a:prstGeom>
          <a:noFill/>
        </p:spPr>
        <p:txBody>
          <a:bodyPr wrap="square" rtlCol="0">
            <a:spAutoFit/>
          </a:bodyPr>
          <a:lstStyle/>
          <a:p>
            <a:pPr algn="ctr"/>
            <a:r>
              <a:rPr lang="en-US" sz="2200" dirty="0">
                <a:latin typeface="Open Sans" panose="020B0606030504020204" pitchFamily="34" charset="0"/>
                <a:ea typeface="Open Sans" panose="020B0606030504020204" pitchFamily="34" charset="0"/>
                <a:cs typeface="Open Sans" panose="020B0606030504020204" pitchFamily="34" charset="0"/>
              </a:rPr>
              <a:t>Understand how self-attention works in this analogy:</a:t>
            </a:r>
          </a:p>
        </p:txBody>
      </p:sp>
    </p:spTree>
    <p:custDataLst>
      <p:tags r:id="rId1"/>
    </p:custDataLst>
    <p:extLst>
      <p:ext uri="{BB962C8B-B14F-4D97-AF65-F5344CB8AC3E}">
        <p14:creationId xmlns:p14="http://schemas.microsoft.com/office/powerpoint/2010/main" val="2534790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dirty="0">
                <a:solidFill>
                  <a:srgbClr val="3F3F3F"/>
                </a:solidFill>
                <a:latin typeface="Open Sans"/>
                <a:ea typeface="Open Sans"/>
                <a:cs typeface="Open Sans"/>
                <a:sym typeface="Open Sans"/>
              </a:rPr>
              <a:t>Transformer Models: Advantage</a:t>
            </a:r>
          </a:p>
        </p:txBody>
      </p:sp>
      <p:sp>
        <p:nvSpPr>
          <p:cNvPr id="5" name="Google Shape;343;p43"/>
          <p:cNvSpPr/>
          <p:nvPr/>
        </p:nvSpPr>
        <p:spPr>
          <a:xfrm>
            <a:off x="2127250" y="998109"/>
            <a:ext cx="12001500" cy="1922360"/>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5000"/>
              </a:lnSpc>
              <a:spcBef>
                <a:spcPts val="1100"/>
              </a:spcBef>
            </a:pPr>
            <a:r>
              <a:rPr lang="en-US" sz="2200" dirty="0">
                <a:solidFill>
                  <a:schemeClr val="tx1">
                    <a:lumMod val="75000"/>
                    <a:lumOff val="25000"/>
                  </a:schemeClr>
                </a:solidFill>
                <a:latin typeface="Open Sans"/>
                <a:ea typeface="Open Sans"/>
                <a:cs typeface="Open Sans"/>
              </a:rPr>
              <a:t>Transformer models can excel at capturing long-range dependencies through self-attention mechanisms, making them ideal for tasks such as machine translation and document summarization.</a:t>
            </a:r>
          </a:p>
        </p:txBody>
      </p:sp>
      <p:pic>
        <p:nvPicPr>
          <p:cNvPr id="1026" name="Picture 2">
            <a:extLst>
              <a:ext uri="{FF2B5EF4-FFF2-40B4-BE49-F238E27FC236}">
                <a16:creationId xmlns:a16="http://schemas.microsoft.com/office/drawing/2014/main" id="{3983EEB3-A7A7-41AB-8C4A-BC772F4642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8488" y="3300435"/>
            <a:ext cx="2758230" cy="275823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7DFF944-E4C6-659B-BF00-F28671D70D23}"/>
              </a:ext>
            </a:extLst>
          </p:cNvPr>
          <p:cNvSpPr txBox="1"/>
          <p:nvPr/>
        </p:nvSpPr>
        <p:spPr>
          <a:xfrm>
            <a:off x="1612503" y="6745567"/>
            <a:ext cx="13030200" cy="846514"/>
          </a:xfrm>
          <a:prstGeom prst="rect">
            <a:avLst/>
          </a:prstGeom>
          <a:noFill/>
        </p:spPr>
        <p:txBody>
          <a:bodyPr wrap="square">
            <a:spAutoFit/>
          </a:bodyPr>
          <a:lstStyle/>
          <a:p>
            <a:pPr algn="ctr">
              <a:lnSpc>
                <a:spcPct val="115000"/>
              </a:lnSpc>
            </a:pPr>
            <a:r>
              <a:rPr lang="en-US" sz="2200" dirty="0">
                <a:solidFill>
                  <a:schemeClr val="tx1">
                    <a:lumMod val="75000"/>
                    <a:lumOff val="25000"/>
                  </a:schemeClr>
                </a:solidFill>
                <a:latin typeface="Open Sans" panose="020B0606030504020204" pitchFamily="34" charset="0"/>
              </a:rPr>
              <a:t>Prior models, such as RNNs and LSTMs, had challenges dealing with long-range sentence dependencies, which were resolved by transformer models.</a:t>
            </a:r>
            <a:endParaRPr lang="en-IN" sz="2200" dirty="0">
              <a:solidFill>
                <a:schemeClr val="tx1">
                  <a:lumMod val="75000"/>
                  <a:lumOff val="25000"/>
                </a:schemeClr>
              </a:solidFill>
              <a:latin typeface="Open Sans" panose="020B0606030504020204" pitchFamily="34" charset="0"/>
            </a:endParaRPr>
          </a:p>
        </p:txBody>
      </p:sp>
      <p:sp>
        <p:nvSpPr>
          <p:cNvPr id="9" name="Brandline_LVC">
            <a:extLst>
              <a:ext uri="{FF2B5EF4-FFF2-40B4-BE49-F238E27FC236}">
                <a16:creationId xmlns:a16="http://schemas.microsoft.com/office/drawing/2014/main" id="{3828C45F-3373-8FB3-76A4-3185A5236631}"/>
              </a:ext>
            </a:extLst>
          </p:cNvPr>
          <p:cNvSpPr/>
          <p:nvPr/>
        </p:nvSpPr>
        <p:spPr>
          <a:xfrm>
            <a:off x="5153080" y="816352"/>
            <a:ext cx="5949046"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6195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Long-Range Dependencies</a:t>
            </a:r>
          </a:p>
        </p:txBody>
      </p:sp>
      <p:sp>
        <p:nvSpPr>
          <p:cNvPr id="5" name="Google Shape;343;p43"/>
          <p:cNvSpPr/>
          <p:nvPr/>
        </p:nvSpPr>
        <p:spPr>
          <a:xfrm>
            <a:off x="1333150" y="1000141"/>
            <a:ext cx="13716000" cy="980943"/>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5000"/>
              </a:lnSpc>
              <a:spcBef>
                <a:spcPts val="1100"/>
              </a:spcBef>
            </a:pPr>
            <a:r>
              <a:rPr lang="en-US" sz="2200" dirty="0">
                <a:solidFill>
                  <a:schemeClr val="tx1">
                    <a:lumMod val="75000"/>
                    <a:lumOff val="25000"/>
                  </a:schemeClr>
                </a:solidFill>
                <a:latin typeface="Open Sans"/>
                <a:ea typeface="Open Sans"/>
                <a:cs typeface="Open Sans"/>
              </a:rPr>
              <a:t>Consider the following sentence:</a:t>
            </a:r>
          </a:p>
        </p:txBody>
      </p:sp>
      <p:sp>
        <p:nvSpPr>
          <p:cNvPr id="7" name="Text Box 2">
            <a:extLst>
              <a:ext uri="{FF2B5EF4-FFF2-40B4-BE49-F238E27FC236}">
                <a16:creationId xmlns:a16="http://schemas.microsoft.com/office/drawing/2014/main" id="{8AB40766-B2F4-4DBC-A983-573BFCDE4FA8}"/>
              </a:ext>
            </a:extLst>
          </p:cNvPr>
          <p:cNvSpPr txBox="1"/>
          <p:nvPr/>
        </p:nvSpPr>
        <p:spPr>
          <a:xfrm>
            <a:off x="2991107" y="2423373"/>
            <a:ext cx="10273787" cy="1540193"/>
          </a:xfrm>
          <a:prstGeom prst="roundRect">
            <a:avLst/>
          </a:prstGeom>
          <a:solidFill>
            <a:srgbClr val="162E5D"/>
          </a:solidFill>
          <a:ln>
            <a:noFill/>
          </a:ln>
        </p:spPr>
        <p:style>
          <a:lnRef idx="2">
            <a:schemeClr val="accent4">
              <a:shade val="50000"/>
            </a:schemeClr>
          </a:lnRef>
          <a:fillRef idx="1">
            <a:schemeClr val="accent4"/>
          </a:fillRef>
          <a:effectRef idx="0">
            <a:schemeClr val="accent4"/>
          </a:effectRef>
          <a:fontRef idx="minor">
            <a:schemeClr val="lt1"/>
          </a:fontRef>
        </p:style>
        <p:txBody>
          <a:bodyPr spcFirstLastPara="1" wrap="square" lIns="91425" tIns="91425" rIns="91425" bIns="91425" anchor="ctr" anchorCtr="0">
            <a:noAutofit/>
          </a:bodyPr>
          <a:lstStyle/>
          <a:p>
            <a:pPr lvl="1" algn="ctr" defTabSz="1219170">
              <a:lnSpc>
                <a:spcPct val="114000"/>
              </a:lnSpc>
              <a:spcBef>
                <a:spcPct val="0"/>
              </a:spcBef>
              <a:buSzPts val="2400"/>
            </a:pPr>
            <a:r>
              <a:rPr lang="en-IN" sz="2200"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r>
              <a:rPr lang="en-IN" sz="2200" dirty="0" err="1">
                <a:solidFill>
                  <a:schemeClr val="bg1"/>
                </a:solidFill>
                <a:latin typeface="Open Sans" panose="020B0606030504020204" pitchFamily="34" charset="0"/>
                <a:ea typeface="Open Sans" panose="020B0606030504020204" pitchFamily="34" charset="0"/>
                <a:cs typeface="Open Sans" panose="020B0606030504020204" pitchFamily="34" charset="0"/>
              </a:rPr>
              <a:t>Frenny</a:t>
            </a:r>
            <a:r>
              <a:rPr lang="en-IN" sz="2200" dirty="0">
                <a:solidFill>
                  <a:schemeClr val="bg1"/>
                </a:solidFill>
                <a:latin typeface="Open Sans" panose="020B0606030504020204" pitchFamily="34" charset="0"/>
                <a:ea typeface="Open Sans" panose="020B0606030504020204" pitchFamily="34" charset="0"/>
                <a:cs typeface="Open Sans" panose="020B0606030504020204" pitchFamily="34" charset="0"/>
              </a:rPr>
              <a:t> likes to play basketball; he is good at dunking.”</a:t>
            </a:r>
          </a:p>
        </p:txBody>
      </p:sp>
      <p:grpSp>
        <p:nvGrpSpPr>
          <p:cNvPr id="2" name="Group 1">
            <a:extLst>
              <a:ext uri="{FF2B5EF4-FFF2-40B4-BE49-F238E27FC236}">
                <a16:creationId xmlns:a16="http://schemas.microsoft.com/office/drawing/2014/main" id="{4163706C-E476-C327-74F5-1CEA79DD1596}"/>
              </a:ext>
            </a:extLst>
          </p:cNvPr>
          <p:cNvGrpSpPr/>
          <p:nvPr/>
        </p:nvGrpSpPr>
        <p:grpSpPr>
          <a:xfrm>
            <a:off x="2991107" y="4772800"/>
            <a:ext cx="10273786" cy="1540193"/>
            <a:chOff x="2991107" y="5394417"/>
            <a:chExt cx="10273786" cy="1540193"/>
          </a:xfrm>
        </p:grpSpPr>
        <p:sp>
          <p:nvSpPr>
            <p:cNvPr id="9" name="Rectangle: Rounded Corners 8">
              <a:extLst>
                <a:ext uri="{FF2B5EF4-FFF2-40B4-BE49-F238E27FC236}">
                  <a16:creationId xmlns:a16="http://schemas.microsoft.com/office/drawing/2014/main" id="{F4F3695D-1249-4024-ABC4-2228B4CEA0E3}"/>
                </a:ext>
              </a:extLst>
            </p:cNvPr>
            <p:cNvSpPr/>
            <p:nvPr/>
          </p:nvSpPr>
          <p:spPr>
            <a:xfrm>
              <a:off x="2991107" y="5394417"/>
              <a:ext cx="4663440" cy="1540193"/>
            </a:xfrm>
            <a:prstGeom prst="roundRect">
              <a:avLst/>
            </a:prstGeom>
            <a:noFill/>
            <a:ln w="19050">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14000"/>
                </a:lnSpc>
                <a:spcBef>
                  <a:spcPct val="0"/>
                </a:spcBef>
                <a:buClr>
                  <a:srgbClr val="000000"/>
                </a:buClr>
                <a:buSzPts val="2400"/>
              </a:pPr>
              <a:r>
                <a:rPr lang="en-IN" sz="2200" b="1" dirty="0" err="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Frenny</a:t>
              </a:r>
              <a:r>
                <a:rPr lang="en-IN"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is the subject.</a:t>
              </a:r>
            </a:p>
          </p:txBody>
        </p:sp>
        <p:sp>
          <p:nvSpPr>
            <p:cNvPr id="10" name="Rectangle: Rounded Corners 9">
              <a:extLst>
                <a:ext uri="{FF2B5EF4-FFF2-40B4-BE49-F238E27FC236}">
                  <a16:creationId xmlns:a16="http://schemas.microsoft.com/office/drawing/2014/main" id="{9304823B-30F7-4B0F-80A5-292A94CB9C40}"/>
                </a:ext>
              </a:extLst>
            </p:cNvPr>
            <p:cNvSpPr/>
            <p:nvPr/>
          </p:nvSpPr>
          <p:spPr>
            <a:xfrm>
              <a:off x="8601453" y="5394417"/>
              <a:ext cx="4663440" cy="1540193"/>
            </a:xfrm>
            <a:prstGeom prst="roundRect">
              <a:avLst/>
            </a:prstGeom>
            <a:noFill/>
            <a:ln w="19050">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14000"/>
                </a:lnSpc>
                <a:spcBef>
                  <a:spcPct val="0"/>
                </a:spcBef>
                <a:buClr>
                  <a:srgbClr val="000000"/>
                </a:buClr>
                <a:buSzPts val="2400"/>
              </a:pPr>
              <a:r>
                <a:rPr lang="en-IN"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he </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is a pronoun referring to </a:t>
              </a:r>
              <a:r>
                <a:rPr lang="en-IN" sz="2200" dirty="0" err="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Frenny</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t>
              </a:r>
            </a:p>
          </p:txBody>
        </p:sp>
      </p:grpSp>
      <p:sp>
        <p:nvSpPr>
          <p:cNvPr id="11" name="Google Shape;343;p43">
            <a:extLst>
              <a:ext uri="{FF2B5EF4-FFF2-40B4-BE49-F238E27FC236}">
                <a16:creationId xmlns:a16="http://schemas.microsoft.com/office/drawing/2014/main" id="{B00E0C65-23FA-4508-A2D2-F78737CB6F74}"/>
              </a:ext>
            </a:extLst>
          </p:cNvPr>
          <p:cNvSpPr/>
          <p:nvPr/>
        </p:nvSpPr>
        <p:spPr>
          <a:xfrm>
            <a:off x="1612900" y="7122227"/>
            <a:ext cx="13030200" cy="980943"/>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5000"/>
              </a:lnSpc>
              <a:spcBef>
                <a:spcPts val="1100"/>
              </a:spcBef>
            </a:pPr>
            <a:r>
              <a:rPr lang="en-US" sz="2200" b="0" i="0" dirty="0">
                <a:solidFill>
                  <a:schemeClr val="tx1">
                    <a:lumMod val="75000"/>
                    <a:lumOff val="25000"/>
                  </a:schemeClr>
                </a:solidFill>
                <a:effectLst/>
                <a:latin typeface="Open Sans" panose="020B0606030504020204" pitchFamily="34" charset="0"/>
              </a:rPr>
              <a:t>RNNs and LSTMs are generally proficient at establishing such associations, especially when dealing with shorter sentences.</a:t>
            </a:r>
            <a:endParaRPr lang="en-US" sz="2200" dirty="0">
              <a:solidFill>
                <a:schemeClr val="tx1">
                  <a:lumMod val="75000"/>
                  <a:lumOff val="25000"/>
                </a:schemeClr>
              </a:solidFill>
              <a:latin typeface="Open Sans" panose="020B0606030504020204" pitchFamily="34" charset="0"/>
              <a:ea typeface="Open Sans"/>
              <a:cs typeface="Open Sans"/>
            </a:endParaRPr>
          </a:p>
        </p:txBody>
      </p:sp>
      <p:sp>
        <p:nvSpPr>
          <p:cNvPr id="8" name="Brandline_LVC">
            <a:extLst>
              <a:ext uri="{FF2B5EF4-FFF2-40B4-BE49-F238E27FC236}">
                <a16:creationId xmlns:a16="http://schemas.microsoft.com/office/drawing/2014/main" id="{47651A11-1F3A-9522-B3D2-78C1495D6734}"/>
              </a:ext>
            </a:extLst>
          </p:cNvPr>
          <p:cNvSpPr/>
          <p:nvPr/>
        </p:nvSpPr>
        <p:spPr>
          <a:xfrm>
            <a:off x="5232400" y="816352"/>
            <a:ext cx="5804377"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5788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Long-Range Dependencies</a:t>
            </a:r>
          </a:p>
        </p:txBody>
      </p:sp>
      <p:sp>
        <p:nvSpPr>
          <p:cNvPr id="5" name="Google Shape;343;p43"/>
          <p:cNvSpPr/>
          <p:nvPr/>
        </p:nvSpPr>
        <p:spPr>
          <a:xfrm>
            <a:off x="1270000" y="996519"/>
            <a:ext cx="13716000" cy="980943"/>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5000"/>
              </a:lnSpc>
              <a:spcBef>
                <a:spcPts val="1100"/>
              </a:spcBef>
            </a:pPr>
            <a:r>
              <a:rPr lang="en-US" sz="2200" dirty="0">
                <a:solidFill>
                  <a:schemeClr val="tx1">
                    <a:lumMod val="75000"/>
                    <a:lumOff val="25000"/>
                  </a:schemeClr>
                </a:solidFill>
                <a:latin typeface="Open Sans"/>
                <a:ea typeface="Open Sans"/>
                <a:cs typeface="Open Sans"/>
              </a:rPr>
              <a:t>Consider a bigger paragraph:</a:t>
            </a:r>
          </a:p>
        </p:txBody>
      </p:sp>
      <p:sp>
        <p:nvSpPr>
          <p:cNvPr id="11" name="Google Shape;343;p43">
            <a:extLst>
              <a:ext uri="{FF2B5EF4-FFF2-40B4-BE49-F238E27FC236}">
                <a16:creationId xmlns:a16="http://schemas.microsoft.com/office/drawing/2014/main" id="{B00E0C65-23FA-4508-A2D2-F78737CB6F74}"/>
              </a:ext>
            </a:extLst>
          </p:cNvPr>
          <p:cNvSpPr/>
          <p:nvPr/>
        </p:nvSpPr>
        <p:spPr>
          <a:xfrm>
            <a:off x="3251200" y="7166538"/>
            <a:ext cx="9753600" cy="980943"/>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5000"/>
              </a:lnSpc>
              <a:spcBef>
                <a:spcPts val="1100"/>
              </a:spcBef>
            </a:pPr>
            <a:r>
              <a:rPr lang="en-US" sz="220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Longer sequences or paragraphs can be challenging for traditional sequence models like RNNs and LSTMs to process.</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Rectangle: Rounded Corners 11">
            <a:extLst>
              <a:ext uri="{FF2B5EF4-FFF2-40B4-BE49-F238E27FC236}">
                <a16:creationId xmlns:a16="http://schemas.microsoft.com/office/drawing/2014/main" id="{7C98FC63-BF86-4D2E-AED2-703BE1694311}"/>
              </a:ext>
            </a:extLst>
          </p:cNvPr>
          <p:cNvSpPr/>
          <p:nvPr/>
        </p:nvSpPr>
        <p:spPr>
          <a:xfrm>
            <a:off x="3144520" y="2279903"/>
            <a:ext cx="9966960" cy="2811780"/>
          </a:xfrm>
          <a:prstGeom prst="roundRect">
            <a:avLst>
              <a:gd name="adj" fmla="val 7375"/>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14000"/>
              </a:lnSpc>
              <a:spcBef>
                <a:spcPct val="0"/>
              </a:spcBef>
              <a:buClr>
                <a:srgbClr val="000000"/>
              </a:buClr>
              <a:buSzPts val="2400"/>
            </a:pP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t>
            </a:r>
            <a:r>
              <a:rPr lang="en-IN" sz="2200" dirty="0">
                <a:solidFill>
                  <a:schemeClr val="tx1">
                    <a:lumMod val="75000"/>
                    <a:lumOff val="25000"/>
                  </a:schemeClr>
                </a:solidFill>
                <a:highlight>
                  <a:srgbClr val="CDEAC7"/>
                </a:highlight>
                <a:latin typeface="Open Sans" panose="020B0606030504020204" pitchFamily="34" charset="0"/>
                <a:ea typeface="Open Sans" panose="020B0606030504020204" pitchFamily="34" charset="0"/>
                <a:cs typeface="Open Sans" panose="020B0606030504020204" pitchFamily="34" charset="0"/>
              </a:rPr>
              <a:t>Lara</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is a cook at </a:t>
            </a:r>
            <a:r>
              <a:rPr lang="en-IN" sz="2200" dirty="0" err="1">
                <a:solidFill>
                  <a:schemeClr val="tx1">
                    <a:lumMod val="75000"/>
                    <a:lumOff val="25000"/>
                  </a:schemeClr>
                </a:solidFill>
                <a:highlight>
                  <a:srgbClr val="E4A990"/>
                </a:highlight>
                <a:latin typeface="Open Sans" panose="020B0606030504020204" pitchFamily="34" charset="0"/>
                <a:ea typeface="Open Sans" panose="020B0606030504020204" pitchFamily="34" charset="0"/>
                <a:cs typeface="Open Sans" panose="020B0606030504020204" pitchFamily="34" charset="0"/>
              </a:rPr>
              <a:t>McTown</a:t>
            </a:r>
            <a:r>
              <a:rPr lang="en-IN" sz="2200" dirty="0">
                <a:solidFill>
                  <a:schemeClr val="tx1">
                    <a:lumMod val="75000"/>
                    <a:lumOff val="25000"/>
                  </a:schemeClr>
                </a:solidFill>
                <a:highlight>
                  <a:srgbClr val="E4A990"/>
                </a:highlight>
                <a:latin typeface="Open Sans" panose="020B0606030504020204" pitchFamily="34" charset="0"/>
                <a:ea typeface="Open Sans" panose="020B0606030504020204" pitchFamily="34" charset="0"/>
                <a:cs typeface="Open Sans" panose="020B0606030504020204" pitchFamily="34" charset="0"/>
              </a:rPr>
              <a:t> French Fries</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a:t>
            </a:r>
            <a:r>
              <a:rPr lang="en-IN" sz="2200" dirty="0">
                <a:solidFill>
                  <a:schemeClr val="tx1">
                    <a:lumMod val="75000"/>
                    <a:lumOff val="25000"/>
                  </a:schemeClr>
                </a:solidFill>
                <a:highlight>
                  <a:srgbClr val="FF8966"/>
                </a:highlight>
                <a:latin typeface="Open Sans" panose="020B0606030504020204" pitchFamily="34" charset="0"/>
                <a:ea typeface="Open Sans" panose="020B0606030504020204" pitchFamily="34" charset="0"/>
                <a:cs typeface="Open Sans" panose="020B0606030504020204" pitchFamily="34" charset="0"/>
              </a:rPr>
              <a:t>She’s</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been working </a:t>
            </a:r>
            <a:r>
              <a:rPr lang="en-IN" sz="2200" dirty="0">
                <a:solidFill>
                  <a:schemeClr val="tx1">
                    <a:lumMod val="75000"/>
                    <a:lumOff val="25000"/>
                  </a:schemeClr>
                </a:solidFill>
                <a:highlight>
                  <a:srgbClr val="009FB7"/>
                </a:highlight>
                <a:latin typeface="Open Sans" panose="020B0606030504020204" pitchFamily="34" charset="0"/>
                <a:ea typeface="Open Sans" panose="020B0606030504020204" pitchFamily="34" charset="0"/>
                <a:cs typeface="Open Sans" panose="020B0606030504020204" pitchFamily="34" charset="0"/>
              </a:rPr>
              <a:t>there</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for three years now. The </a:t>
            </a:r>
            <a:r>
              <a:rPr lang="en-IN" sz="2200" dirty="0">
                <a:solidFill>
                  <a:schemeClr val="tx1">
                    <a:lumMod val="75000"/>
                    <a:lumOff val="25000"/>
                  </a:schemeClr>
                </a:solidFill>
                <a:highlight>
                  <a:srgbClr val="009FB7"/>
                </a:highlight>
                <a:latin typeface="Open Sans" panose="020B0606030504020204" pitchFamily="34" charset="0"/>
                <a:ea typeface="Open Sans" panose="020B0606030504020204" pitchFamily="34" charset="0"/>
                <a:cs typeface="Open Sans" panose="020B0606030504020204" pitchFamily="34" charset="0"/>
              </a:rPr>
              <a:t>place</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immediately gained fame once </a:t>
            </a:r>
            <a:r>
              <a:rPr lang="en-IN" sz="2200" dirty="0">
                <a:solidFill>
                  <a:schemeClr val="tx1">
                    <a:lumMod val="75000"/>
                    <a:lumOff val="25000"/>
                  </a:schemeClr>
                </a:solidFill>
                <a:highlight>
                  <a:srgbClr val="FF8966"/>
                </a:highlight>
                <a:latin typeface="Open Sans" panose="020B0606030504020204" pitchFamily="34" charset="0"/>
                <a:ea typeface="Open Sans" panose="020B0606030504020204" pitchFamily="34" charset="0"/>
                <a:cs typeface="Open Sans" panose="020B0606030504020204" pitchFamily="34" charset="0"/>
              </a:rPr>
              <a:t>she</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joined. Nobody knew of </a:t>
            </a:r>
            <a:r>
              <a:rPr lang="en-IN" sz="2200" dirty="0">
                <a:solidFill>
                  <a:schemeClr val="tx1">
                    <a:lumMod val="75000"/>
                    <a:lumOff val="25000"/>
                  </a:schemeClr>
                </a:solidFill>
                <a:highlight>
                  <a:srgbClr val="009FB7"/>
                </a:highlight>
                <a:latin typeface="Open Sans" panose="020B0606030504020204" pitchFamily="34" charset="0"/>
                <a:ea typeface="Open Sans" panose="020B0606030504020204" pitchFamily="34" charset="0"/>
                <a:cs typeface="Open Sans" panose="020B0606030504020204" pitchFamily="34" charset="0"/>
              </a:rPr>
              <a:t>its</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existence until </a:t>
            </a:r>
            <a:r>
              <a:rPr lang="en-IN" sz="2200" dirty="0">
                <a:solidFill>
                  <a:schemeClr val="tx1">
                    <a:lumMod val="75000"/>
                    <a:lumOff val="25000"/>
                  </a:schemeClr>
                </a:solidFill>
                <a:highlight>
                  <a:srgbClr val="FF8966"/>
                </a:highlight>
                <a:latin typeface="Open Sans" panose="020B0606030504020204" pitchFamily="34" charset="0"/>
                <a:ea typeface="Open Sans" panose="020B0606030504020204" pitchFamily="34" charset="0"/>
                <a:cs typeface="Open Sans" panose="020B0606030504020204" pitchFamily="34" charset="0"/>
              </a:rPr>
              <a:t>she</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joined it. </a:t>
            </a:r>
            <a:r>
              <a:rPr lang="en-IN" sz="2200" dirty="0">
                <a:solidFill>
                  <a:schemeClr val="tx1">
                    <a:lumMod val="75000"/>
                    <a:lumOff val="25000"/>
                  </a:schemeClr>
                </a:solidFill>
                <a:highlight>
                  <a:srgbClr val="FF8966"/>
                </a:highlight>
                <a:latin typeface="Open Sans" panose="020B0606030504020204" pitchFamily="34" charset="0"/>
                <a:ea typeface="Open Sans" panose="020B0606030504020204" pitchFamily="34" charset="0"/>
                <a:cs typeface="Open Sans" panose="020B0606030504020204" pitchFamily="34" charset="0"/>
              </a:rPr>
              <a:t>She</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made good friends with other cooks and learned to cook various new dishes, which customers enjoyed at </a:t>
            </a:r>
            <a:r>
              <a:rPr lang="en-IN" sz="2200" dirty="0">
                <a:solidFill>
                  <a:schemeClr val="tx1">
                    <a:lumMod val="75000"/>
                    <a:lumOff val="25000"/>
                  </a:schemeClr>
                </a:solidFill>
                <a:highlight>
                  <a:srgbClr val="009FB7"/>
                </a:highlight>
                <a:latin typeface="Open Sans" panose="020B0606030504020204" pitchFamily="34" charset="0"/>
                <a:ea typeface="Open Sans" panose="020B0606030504020204" pitchFamily="34" charset="0"/>
                <a:cs typeface="Open Sans" panose="020B0606030504020204" pitchFamily="34" charset="0"/>
              </a:rPr>
              <a:t>that</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place.”</a:t>
            </a:r>
          </a:p>
        </p:txBody>
      </p:sp>
      <p:grpSp>
        <p:nvGrpSpPr>
          <p:cNvPr id="2" name="Group 1">
            <a:extLst>
              <a:ext uri="{FF2B5EF4-FFF2-40B4-BE49-F238E27FC236}">
                <a16:creationId xmlns:a16="http://schemas.microsoft.com/office/drawing/2014/main" id="{06D34550-B3F8-FD30-ADB0-DF0CB86EE4BA}"/>
              </a:ext>
            </a:extLst>
          </p:cNvPr>
          <p:cNvGrpSpPr/>
          <p:nvPr/>
        </p:nvGrpSpPr>
        <p:grpSpPr>
          <a:xfrm>
            <a:off x="2856775" y="5597684"/>
            <a:ext cx="10542451" cy="1297606"/>
            <a:chOff x="3144520" y="5836358"/>
            <a:chExt cx="10542451" cy="1297606"/>
          </a:xfrm>
        </p:grpSpPr>
        <p:grpSp>
          <p:nvGrpSpPr>
            <p:cNvPr id="13" name="Group 12">
              <a:extLst>
                <a:ext uri="{FF2B5EF4-FFF2-40B4-BE49-F238E27FC236}">
                  <a16:creationId xmlns:a16="http://schemas.microsoft.com/office/drawing/2014/main" id="{DAE24E73-2D33-4928-9235-00A4DB6A1B5A}"/>
                </a:ext>
              </a:extLst>
            </p:cNvPr>
            <p:cNvGrpSpPr/>
            <p:nvPr/>
          </p:nvGrpSpPr>
          <p:grpSpPr>
            <a:xfrm>
              <a:off x="3144520" y="5836358"/>
              <a:ext cx="4410292" cy="570575"/>
              <a:chOff x="14233523" y="5579272"/>
              <a:chExt cx="4410292" cy="570575"/>
            </a:xfrm>
          </p:grpSpPr>
          <p:sp>
            <p:nvSpPr>
              <p:cNvPr id="15" name="Rectangle 14">
                <a:extLst>
                  <a:ext uri="{FF2B5EF4-FFF2-40B4-BE49-F238E27FC236}">
                    <a16:creationId xmlns:a16="http://schemas.microsoft.com/office/drawing/2014/main" id="{63E6BFD7-8ECB-45C9-ACD3-B5773895AE1C}"/>
                  </a:ext>
                </a:extLst>
              </p:cNvPr>
              <p:cNvSpPr/>
              <p:nvPr/>
            </p:nvSpPr>
            <p:spPr>
              <a:xfrm>
                <a:off x="14233523" y="5714967"/>
                <a:ext cx="315606" cy="299185"/>
              </a:xfrm>
              <a:prstGeom prst="rect">
                <a:avLst/>
              </a:prstGeom>
              <a:solidFill>
                <a:srgbClr val="CDEAC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a:lnSpc>
                    <a:spcPct val="115000"/>
                  </a:lnSpc>
                  <a:spcBef>
                    <a:spcPts val="0"/>
                  </a:spcBef>
                  <a:spcAft>
                    <a:spcPts val="0"/>
                  </a:spcAft>
                </a:pPr>
                <a:r>
                  <a:rPr lang="en-IN" sz="1100">
                    <a:effectLst/>
                    <a:latin typeface="Arial" panose="020B0604020202020204" pitchFamily="34" charset="0"/>
                    <a:ea typeface="Arial" panose="020B0604020202020204" pitchFamily="34" charset="0"/>
                  </a:rPr>
                  <a:t> </a:t>
                </a:r>
              </a:p>
            </p:txBody>
          </p:sp>
          <p:sp>
            <p:nvSpPr>
              <p:cNvPr id="16" name="Text Box 5">
                <a:extLst>
                  <a:ext uri="{FF2B5EF4-FFF2-40B4-BE49-F238E27FC236}">
                    <a16:creationId xmlns:a16="http://schemas.microsoft.com/office/drawing/2014/main" id="{E30A73F3-89C3-4948-B1D6-169F76D11B60}"/>
                  </a:ext>
                </a:extLst>
              </p:cNvPr>
              <p:cNvSpPr txBox="1"/>
              <p:nvPr/>
            </p:nvSpPr>
            <p:spPr>
              <a:xfrm>
                <a:off x="14746207" y="5579272"/>
                <a:ext cx="3897608" cy="570575"/>
              </a:xfrm>
              <a:prstGeom prst="rect">
                <a:avLst/>
              </a:prstGeom>
              <a:noFill/>
              <a:ln>
                <a:noFill/>
              </a:ln>
            </p:spPr>
            <p:txBody>
              <a:bodyPr spcFirstLastPara="1" wrap="square" lIns="91425" tIns="91425" rIns="91425" bIns="91425" anchor="t" anchorCtr="0">
                <a:spAutoFit/>
              </a:bodyPr>
              <a:lstStyle/>
              <a:p>
                <a:pPr marL="0" marR="0" defTabSz="1219170">
                  <a:lnSpc>
                    <a:spcPct val="114000"/>
                  </a:lnSpc>
                  <a:spcBef>
                    <a:spcPct val="0"/>
                  </a:spcBef>
                  <a:spcAft>
                    <a:spcPts val="0"/>
                  </a:spcAft>
                  <a:buClr>
                    <a:srgbClr val="000000"/>
                  </a:buClr>
                  <a:buSzPts val="2400"/>
                </a:pP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Lara</a:t>
                </a:r>
              </a:p>
            </p:txBody>
          </p:sp>
        </p:grpSp>
        <p:grpSp>
          <p:nvGrpSpPr>
            <p:cNvPr id="17" name="Group 16">
              <a:extLst>
                <a:ext uri="{FF2B5EF4-FFF2-40B4-BE49-F238E27FC236}">
                  <a16:creationId xmlns:a16="http://schemas.microsoft.com/office/drawing/2014/main" id="{DE51188E-89FF-4884-9F84-56F7BF92DED1}"/>
                </a:ext>
              </a:extLst>
            </p:cNvPr>
            <p:cNvGrpSpPr/>
            <p:nvPr/>
          </p:nvGrpSpPr>
          <p:grpSpPr>
            <a:xfrm>
              <a:off x="3144520" y="6563389"/>
              <a:ext cx="4410292" cy="570575"/>
              <a:chOff x="14233523" y="5958595"/>
              <a:chExt cx="4410292" cy="570575"/>
            </a:xfrm>
          </p:grpSpPr>
          <p:sp>
            <p:nvSpPr>
              <p:cNvPr id="18" name="Rectangle 17">
                <a:extLst>
                  <a:ext uri="{FF2B5EF4-FFF2-40B4-BE49-F238E27FC236}">
                    <a16:creationId xmlns:a16="http://schemas.microsoft.com/office/drawing/2014/main" id="{418605D0-D473-4C1A-9016-12B27F9164AB}"/>
                  </a:ext>
                </a:extLst>
              </p:cNvPr>
              <p:cNvSpPr/>
              <p:nvPr/>
            </p:nvSpPr>
            <p:spPr>
              <a:xfrm>
                <a:off x="14233523" y="6094290"/>
                <a:ext cx="315606" cy="299185"/>
              </a:xfrm>
              <a:prstGeom prst="rect">
                <a:avLst/>
              </a:prstGeom>
              <a:solidFill>
                <a:srgbClr val="E4A990"/>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a:lnSpc>
                    <a:spcPct val="115000"/>
                  </a:lnSpc>
                  <a:spcBef>
                    <a:spcPts val="0"/>
                  </a:spcBef>
                  <a:spcAft>
                    <a:spcPts val="0"/>
                  </a:spcAft>
                </a:pPr>
                <a:r>
                  <a:rPr lang="en-IN" sz="1100">
                    <a:effectLst/>
                    <a:latin typeface="Arial" panose="020B0604020202020204" pitchFamily="34" charset="0"/>
                    <a:ea typeface="Arial" panose="020B0604020202020204" pitchFamily="34" charset="0"/>
                  </a:rPr>
                  <a:t> </a:t>
                </a:r>
              </a:p>
            </p:txBody>
          </p:sp>
          <p:sp>
            <p:nvSpPr>
              <p:cNvPr id="19" name="Text Box 7">
                <a:extLst>
                  <a:ext uri="{FF2B5EF4-FFF2-40B4-BE49-F238E27FC236}">
                    <a16:creationId xmlns:a16="http://schemas.microsoft.com/office/drawing/2014/main" id="{CFC04A6E-784C-44CE-BCB9-CB0C8F4953F8}"/>
                  </a:ext>
                </a:extLst>
              </p:cNvPr>
              <p:cNvSpPr txBox="1"/>
              <p:nvPr/>
            </p:nvSpPr>
            <p:spPr>
              <a:xfrm>
                <a:off x="14746207" y="5958595"/>
                <a:ext cx="3897608" cy="570575"/>
              </a:xfrm>
              <a:prstGeom prst="rect">
                <a:avLst/>
              </a:prstGeom>
              <a:noFill/>
              <a:ln>
                <a:noFill/>
              </a:ln>
            </p:spPr>
            <p:txBody>
              <a:bodyPr spcFirstLastPara="1" wrap="square" lIns="91425" tIns="91425" rIns="91425" bIns="91425" anchor="t" anchorCtr="0">
                <a:spAutoFit/>
              </a:bodyPr>
              <a:lstStyle/>
              <a:p>
                <a:pPr marL="0" marR="0" defTabSz="1219170">
                  <a:lnSpc>
                    <a:spcPct val="114000"/>
                  </a:lnSpc>
                  <a:spcBef>
                    <a:spcPct val="0"/>
                  </a:spcBef>
                  <a:spcAft>
                    <a:spcPts val="0"/>
                  </a:spcAft>
                  <a:buClr>
                    <a:srgbClr val="000000"/>
                  </a:buClr>
                  <a:buSzPts val="2400"/>
                </a:pPr>
                <a:r>
                  <a:rPr lang="en-IN" sz="2200" err="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McTown</a:t>
                </a: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French Fries</a:t>
                </a:r>
              </a:p>
            </p:txBody>
          </p:sp>
        </p:grpSp>
        <p:grpSp>
          <p:nvGrpSpPr>
            <p:cNvPr id="20" name="Group 19">
              <a:extLst>
                <a:ext uri="{FF2B5EF4-FFF2-40B4-BE49-F238E27FC236}">
                  <a16:creationId xmlns:a16="http://schemas.microsoft.com/office/drawing/2014/main" id="{DE124F4D-9233-47DF-9DBE-94343E96F323}"/>
                </a:ext>
              </a:extLst>
            </p:cNvPr>
            <p:cNvGrpSpPr/>
            <p:nvPr/>
          </p:nvGrpSpPr>
          <p:grpSpPr>
            <a:xfrm>
              <a:off x="8489209" y="5836358"/>
              <a:ext cx="4410292" cy="570575"/>
              <a:chOff x="14233523" y="5579272"/>
              <a:chExt cx="4410292" cy="570575"/>
            </a:xfrm>
          </p:grpSpPr>
          <p:sp>
            <p:nvSpPr>
              <p:cNvPr id="21" name="Rectangle 20">
                <a:extLst>
                  <a:ext uri="{FF2B5EF4-FFF2-40B4-BE49-F238E27FC236}">
                    <a16:creationId xmlns:a16="http://schemas.microsoft.com/office/drawing/2014/main" id="{71784FF6-B60C-4F4C-9DE4-6ABDD1BA1201}"/>
                  </a:ext>
                </a:extLst>
              </p:cNvPr>
              <p:cNvSpPr/>
              <p:nvPr/>
            </p:nvSpPr>
            <p:spPr>
              <a:xfrm>
                <a:off x="14233523" y="5714967"/>
                <a:ext cx="315606" cy="299185"/>
              </a:xfrm>
              <a:prstGeom prst="rect">
                <a:avLst/>
              </a:prstGeom>
              <a:solidFill>
                <a:srgbClr val="FF8966"/>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a:lnSpc>
                    <a:spcPct val="115000"/>
                  </a:lnSpc>
                  <a:spcBef>
                    <a:spcPts val="0"/>
                  </a:spcBef>
                  <a:spcAft>
                    <a:spcPts val="0"/>
                  </a:spcAft>
                </a:pPr>
                <a:r>
                  <a:rPr lang="en-IN" sz="1100">
                    <a:effectLst/>
                    <a:latin typeface="Arial" panose="020B0604020202020204" pitchFamily="34" charset="0"/>
                    <a:ea typeface="Arial" panose="020B0604020202020204" pitchFamily="34" charset="0"/>
                  </a:rPr>
                  <a:t> </a:t>
                </a:r>
              </a:p>
            </p:txBody>
          </p:sp>
          <p:sp>
            <p:nvSpPr>
              <p:cNvPr id="22" name="Text Box 5">
                <a:extLst>
                  <a:ext uri="{FF2B5EF4-FFF2-40B4-BE49-F238E27FC236}">
                    <a16:creationId xmlns:a16="http://schemas.microsoft.com/office/drawing/2014/main" id="{08A99A3F-53E7-484D-BC30-A58E6B58977C}"/>
                  </a:ext>
                </a:extLst>
              </p:cNvPr>
              <p:cNvSpPr txBox="1"/>
              <p:nvPr/>
            </p:nvSpPr>
            <p:spPr>
              <a:xfrm>
                <a:off x="14746207" y="5579272"/>
                <a:ext cx="3897608" cy="570575"/>
              </a:xfrm>
              <a:prstGeom prst="rect">
                <a:avLst/>
              </a:prstGeom>
              <a:noFill/>
              <a:ln>
                <a:noFill/>
              </a:ln>
            </p:spPr>
            <p:txBody>
              <a:bodyPr spcFirstLastPara="1" wrap="square" lIns="91425" tIns="91425" rIns="91425" bIns="91425" anchor="t" anchorCtr="0">
                <a:spAutoFit/>
              </a:bodyPr>
              <a:lstStyle/>
              <a:p>
                <a:pPr defTabSz="1219170">
                  <a:lnSpc>
                    <a:spcPct val="114000"/>
                  </a:lnSpc>
                  <a:spcBef>
                    <a:spcPct val="0"/>
                  </a:spcBef>
                  <a:buClr>
                    <a:srgbClr val="000000"/>
                  </a:buClr>
                  <a:buSzPts val="2400"/>
                </a:pP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Pronouns of Lara</a:t>
                </a:r>
              </a:p>
            </p:txBody>
          </p:sp>
        </p:grpSp>
        <p:grpSp>
          <p:nvGrpSpPr>
            <p:cNvPr id="23" name="Group 22">
              <a:extLst>
                <a:ext uri="{FF2B5EF4-FFF2-40B4-BE49-F238E27FC236}">
                  <a16:creationId xmlns:a16="http://schemas.microsoft.com/office/drawing/2014/main" id="{C0CB1D1F-F4C5-478A-80BE-B771AED7C66A}"/>
                </a:ext>
              </a:extLst>
            </p:cNvPr>
            <p:cNvGrpSpPr/>
            <p:nvPr/>
          </p:nvGrpSpPr>
          <p:grpSpPr>
            <a:xfrm>
              <a:off x="8489209" y="6563389"/>
              <a:ext cx="5197762" cy="570575"/>
              <a:chOff x="14233523" y="5958595"/>
              <a:chExt cx="5197762" cy="570575"/>
            </a:xfrm>
          </p:grpSpPr>
          <p:sp>
            <p:nvSpPr>
              <p:cNvPr id="24" name="Rectangle 23">
                <a:extLst>
                  <a:ext uri="{FF2B5EF4-FFF2-40B4-BE49-F238E27FC236}">
                    <a16:creationId xmlns:a16="http://schemas.microsoft.com/office/drawing/2014/main" id="{C37F2C9C-C8CB-49A5-9CDB-DC529962FB65}"/>
                  </a:ext>
                </a:extLst>
              </p:cNvPr>
              <p:cNvSpPr/>
              <p:nvPr/>
            </p:nvSpPr>
            <p:spPr>
              <a:xfrm>
                <a:off x="14233523" y="6094290"/>
                <a:ext cx="315606" cy="299185"/>
              </a:xfrm>
              <a:prstGeom prst="rect">
                <a:avLst/>
              </a:prstGeom>
              <a:solidFill>
                <a:srgbClr val="009FB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a:lnSpc>
                    <a:spcPct val="115000"/>
                  </a:lnSpc>
                  <a:spcBef>
                    <a:spcPts val="0"/>
                  </a:spcBef>
                  <a:spcAft>
                    <a:spcPts val="0"/>
                  </a:spcAft>
                </a:pPr>
                <a:r>
                  <a:rPr lang="en-IN" sz="1100">
                    <a:effectLst/>
                    <a:latin typeface="Arial" panose="020B0604020202020204" pitchFamily="34" charset="0"/>
                    <a:ea typeface="Arial" panose="020B0604020202020204" pitchFamily="34" charset="0"/>
                  </a:rPr>
                  <a:t> </a:t>
                </a:r>
              </a:p>
            </p:txBody>
          </p:sp>
          <p:sp>
            <p:nvSpPr>
              <p:cNvPr id="25" name="Text Box 7">
                <a:extLst>
                  <a:ext uri="{FF2B5EF4-FFF2-40B4-BE49-F238E27FC236}">
                    <a16:creationId xmlns:a16="http://schemas.microsoft.com/office/drawing/2014/main" id="{77E1B113-D6B6-4761-A99C-AD15821D8762}"/>
                  </a:ext>
                </a:extLst>
              </p:cNvPr>
              <p:cNvSpPr txBox="1"/>
              <p:nvPr/>
            </p:nvSpPr>
            <p:spPr>
              <a:xfrm>
                <a:off x="14746207" y="5958595"/>
                <a:ext cx="4685078" cy="570575"/>
              </a:xfrm>
              <a:prstGeom prst="rect">
                <a:avLst/>
              </a:prstGeom>
              <a:noFill/>
              <a:ln>
                <a:noFill/>
              </a:ln>
            </p:spPr>
            <p:txBody>
              <a:bodyPr spcFirstLastPara="1" wrap="square" lIns="91425" tIns="91425" rIns="91425" bIns="91425" anchor="t" anchorCtr="0">
                <a:spAutoFit/>
              </a:bodyPr>
              <a:lstStyle/>
              <a:p>
                <a:pPr defTabSz="1219170">
                  <a:lnSpc>
                    <a:spcPct val="114000"/>
                  </a:lnSpc>
                  <a:spcBef>
                    <a:spcPct val="0"/>
                  </a:spcBef>
                  <a:buClr>
                    <a:srgbClr val="000000"/>
                  </a:buClr>
                  <a:buSzPts val="2400"/>
                </a:pP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Pronouns of </a:t>
                </a:r>
                <a:r>
                  <a:rPr lang="en-IN" sz="2200" err="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McTown</a:t>
                </a: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French Fries</a:t>
                </a:r>
              </a:p>
            </p:txBody>
          </p:sp>
        </p:grpSp>
      </p:grpSp>
      <p:sp>
        <p:nvSpPr>
          <p:cNvPr id="26" name="Brandline_LVC">
            <a:extLst>
              <a:ext uri="{FF2B5EF4-FFF2-40B4-BE49-F238E27FC236}">
                <a16:creationId xmlns:a16="http://schemas.microsoft.com/office/drawing/2014/main" id="{CD92E8C3-6602-C650-C53B-B044C6AA55BE}"/>
              </a:ext>
            </a:extLst>
          </p:cNvPr>
          <p:cNvSpPr/>
          <p:nvPr/>
        </p:nvSpPr>
        <p:spPr>
          <a:xfrm>
            <a:off x="5232400" y="816352"/>
            <a:ext cx="5804377"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1307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Long-Range Dependencies</a:t>
            </a:r>
          </a:p>
        </p:txBody>
      </p:sp>
      <p:sp>
        <p:nvSpPr>
          <p:cNvPr id="5" name="Google Shape;343;p43"/>
          <p:cNvSpPr/>
          <p:nvPr/>
        </p:nvSpPr>
        <p:spPr>
          <a:xfrm>
            <a:off x="1270000" y="1196910"/>
            <a:ext cx="13716000" cy="980943"/>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5000"/>
              </a:lnSpc>
              <a:spcBef>
                <a:spcPts val="1100"/>
              </a:spcBef>
            </a:pPr>
            <a:r>
              <a:rPr lang="en-US" sz="2200" b="0" i="0" dirty="0">
                <a:solidFill>
                  <a:schemeClr val="tx1">
                    <a:lumMod val="75000"/>
                    <a:lumOff val="25000"/>
                  </a:schemeClr>
                </a:solidFill>
                <a:effectLst/>
                <a:latin typeface="Open Sans" panose="020B0606030504020204" pitchFamily="34" charset="0"/>
              </a:rPr>
              <a:t>The algorithms (RNNs and LSTMs) often struggle to determine the subject of a sentence when processing a whole paragraph.</a:t>
            </a:r>
            <a:endParaRPr lang="en-US" sz="2200" dirty="0">
              <a:solidFill>
                <a:schemeClr val="tx1">
                  <a:lumMod val="75000"/>
                  <a:lumOff val="25000"/>
                </a:schemeClr>
              </a:solidFill>
              <a:latin typeface="Open Sans" panose="020B0606030504020204" pitchFamily="34" charset="0"/>
              <a:ea typeface="Open Sans"/>
              <a:cs typeface="Open Sans"/>
            </a:endParaRPr>
          </a:p>
        </p:txBody>
      </p:sp>
      <p:sp>
        <p:nvSpPr>
          <p:cNvPr id="27" name="Google Shape;343;p43">
            <a:extLst>
              <a:ext uri="{FF2B5EF4-FFF2-40B4-BE49-F238E27FC236}">
                <a16:creationId xmlns:a16="http://schemas.microsoft.com/office/drawing/2014/main" id="{A7E9D34E-9134-4C44-A152-CD4EE1C7736E}"/>
              </a:ext>
            </a:extLst>
          </p:cNvPr>
          <p:cNvSpPr/>
          <p:nvPr/>
        </p:nvSpPr>
        <p:spPr>
          <a:xfrm>
            <a:off x="1612901" y="6683652"/>
            <a:ext cx="13030199" cy="980943"/>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5000"/>
              </a:lnSpc>
              <a:spcBef>
                <a:spcPts val="1100"/>
              </a:spcBef>
            </a:pPr>
            <a:r>
              <a:rPr lang="en-US" sz="2200" dirty="0">
                <a:solidFill>
                  <a:schemeClr val="tx1">
                    <a:lumMod val="75000"/>
                    <a:lumOff val="25000"/>
                  </a:schemeClr>
                </a:solidFill>
                <a:latin typeface="Open Sans"/>
                <a:ea typeface="Open Sans"/>
                <a:cs typeface="Open Sans"/>
              </a:rPr>
              <a:t>Transformer models retain the context of pronoun references and exhibit strong proficiency in recognizing the grammar of provided sentences.</a:t>
            </a:r>
          </a:p>
        </p:txBody>
      </p:sp>
      <p:grpSp>
        <p:nvGrpSpPr>
          <p:cNvPr id="2" name="Group 1">
            <a:extLst>
              <a:ext uri="{FF2B5EF4-FFF2-40B4-BE49-F238E27FC236}">
                <a16:creationId xmlns:a16="http://schemas.microsoft.com/office/drawing/2014/main" id="{9309166E-340B-A9E0-A559-C7FEB1374A42}"/>
              </a:ext>
            </a:extLst>
          </p:cNvPr>
          <p:cNvGrpSpPr/>
          <p:nvPr/>
        </p:nvGrpSpPr>
        <p:grpSpPr>
          <a:xfrm>
            <a:off x="3565291" y="2986426"/>
            <a:ext cx="9125419" cy="3581900"/>
            <a:chOff x="3737849" y="3055874"/>
            <a:chExt cx="9125419" cy="3581900"/>
          </a:xfrm>
        </p:grpSpPr>
        <p:sp>
          <p:nvSpPr>
            <p:cNvPr id="26" name="Rectangle: Rounded Corners 25">
              <a:extLst>
                <a:ext uri="{FF2B5EF4-FFF2-40B4-BE49-F238E27FC236}">
                  <a16:creationId xmlns:a16="http://schemas.microsoft.com/office/drawing/2014/main" id="{439106BA-522A-4A17-A5BC-C877D40AF374}"/>
                </a:ext>
              </a:extLst>
            </p:cNvPr>
            <p:cNvSpPr/>
            <p:nvPr/>
          </p:nvSpPr>
          <p:spPr>
            <a:xfrm>
              <a:off x="7422588" y="4355678"/>
              <a:ext cx="5440680" cy="1243013"/>
            </a:xfrm>
            <a:prstGeom prst="roundRect">
              <a:avLst/>
            </a:prstGeom>
            <a:solidFill>
              <a:srgbClr val="E4F8FF"/>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14000"/>
                </a:lnSpc>
                <a:spcBef>
                  <a:spcPct val="0"/>
                </a:spcBef>
                <a:buClr>
                  <a:srgbClr val="000000"/>
                </a:buClr>
                <a:buSzPts val="2400"/>
              </a:pP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Eventually, it loses its association with other subjects in the input.</a:t>
              </a:r>
              <a:endPar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3" name="Picture 2">
              <a:extLst>
                <a:ext uri="{FF2B5EF4-FFF2-40B4-BE49-F238E27FC236}">
                  <a16:creationId xmlns:a16="http://schemas.microsoft.com/office/drawing/2014/main" id="{A10611FF-A950-4C37-8CF0-6DB2943D7865}"/>
                </a:ext>
              </a:extLst>
            </p:cNvPr>
            <p:cNvPicPr>
              <a:picLocks noChangeAspect="1"/>
            </p:cNvPicPr>
            <p:nvPr/>
          </p:nvPicPr>
          <p:blipFill>
            <a:blip r:embed="rId3"/>
            <a:stretch>
              <a:fillRect/>
            </a:stretch>
          </p:blipFill>
          <p:spPr>
            <a:xfrm>
              <a:off x="3737849" y="3055874"/>
              <a:ext cx="3534268" cy="3581900"/>
            </a:xfrm>
            <a:prstGeom prst="rect">
              <a:avLst/>
            </a:prstGeom>
          </p:spPr>
        </p:pic>
      </p:grpSp>
      <p:sp>
        <p:nvSpPr>
          <p:cNvPr id="8" name="Brandline_LVC">
            <a:extLst>
              <a:ext uri="{FF2B5EF4-FFF2-40B4-BE49-F238E27FC236}">
                <a16:creationId xmlns:a16="http://schemas.microsoft.com/office/drawing/2014/main" id="{4686B93E-EB75-153D-BAFA-FA8F71EFB214}"/>
              </a:ext>
            </a:extLst>
          </p:cNvPr>
          <p:cNvSpPr/>
          <p:nvPr/>
        </p:nvSpPr>
        <p:spPr>
          <a:xfrm>
            <a:off x="5232400" y="816352"/>
            <a:ext cx="5804377"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1835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Google Shape;341;p43">
            <a:extLst>
              <a:ext uri="{FF2B5EF4-FFF2-40B4-BE49-F238E27FC236}">
                <a16:creationId xmlns:a16="http://schemas.microsoft.com/office/drawing/2014/main" id="{3A4BE46E-ECC1-D262-5564-AD961E7F7A4B}"/>
              </a:ext>
            </a:extLst>
          </p:cNvPr>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Applications of Transformer Models</a:t>
            </a:r>
          </a:p>
        </p:txBody>
      </p:sp>
      <p:sp>
        <p:nvSpPr>
          <p:cNvPr id="22" name="Brandline_LVC">
            <a:extLst>
              <a:ext uri="{FF2B5EF4-FFF2-40B4-BE49-F238E27FC236}">
                <a16:creationId xmlns:a16="http://schemas.microsoft.com/office/drawing/2014/main" id="{D68C8B23-46E1-42D7-07EF-81A15E33EEA8}"/>
              </a:ext>
            </a:extLst>
          </p:cNvPr>
          <p:cNvSpPr/>
          <p:nvPr/>
        </p:nvSpPr>
        <p:spPr>
          <a:xfrm>
            <a:off x="4178300" y="816352"/>
            <a:ext cx="790059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3A58C64-A371-A6EA-D163-0E15D0801D7F}"/>
              </a:ext>
            </a:extLst>
          </p:cNvPr>
          <p:cNvGrpSpPr/>
          <p:nvPr/>
        </p:nvGrpSpPr>
        <p:grpSpPr>
          <a:xfrm>
            <a:off x="3641136" y="2272617"/>
            <a:ext cx="2764007" cy="1830904"/>
            <a:chOff x="471165" y="2481364"/>
            <a:chExt cx="2764007" cy="1830904"/>
          </a:xfrm>
        </p:grpSpPr>
        <p:sp>
          <p:nvSpPr>
            <p:cNvPr id="60" name="Pentagon 41">
              <a:extLst>
                <a:ext uri="{FF2B5EF4-FFF2-40B4-BE49-F238E27FC236}">
                  <a16:creationId xmlns:a16="http://schemas.microsoft.com/office/drawing/2014/main" id="{E6EBDB01-6633-1F22-3492-7FC35DA222AD}"/>
                </a:ext>
              </a:extLst>
            </p:cNvPr>
            <p:cNvSpPr/>
            <p:nvPr/>
          </p:nvSpPr>
          <p:spPr>
            <a:xfrm rot="16200000">
              <a:off x="942185" y="2010344"/>
              <a:ext cx="1821967" cy="2764007"/>
            </a:xfrm>
            <a:prstGeom prst="homePlate">
              <a:avLst/>
            </a:prstGeom>
            <a:solidFill>
              <a:srgbClr val="FFD5A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219170"/>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1" name="Pentagon 42">
              <a:extLst>
                <a:ext uri="{FF2B5EF4-FFF2-40B4-BE49-F238E27FC236}">
                  <a16:creationId xmlns:a16="http://schemas.microsoft.com/office/drawing/2014/main" id="{77829EFB-1991-B015-3832-BA7AB525C581}"/>
                </a:ext>
              </a:extLst>
            </p:cNvPr>
            <p:cNvSpPr/>
            <p:nvPr/>
          </p:nvSpPr>
          <p:spPr>
            <a:xfrm rot="16200000">
              <a:off x="1021128" y="2078712"/>
              <a:ext cx="1664083" cy="2644584"/>
            </a:xfrm>
            <a:prstGeom prst="homePlate">
              <a:avLst>
                <a:gd name="adj" fmla="val 51561"/>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2" name="Rectangle 61">
              <a:extLst>
                <a:ext uri="{FF2B5EF4-FFF2-40B4-BE49-F238E27FC236}">
                  <a16:creationId xmlns:a16="http://schemas.microsoft.com/office/drawing/2014/main" id="{8D14588A-CDA0-364E-359C-10D4E3F6EFD3}"/>
                </a:ext>
              </a:extLst>
            </p:cNvPr>
            <p:cNvSpPr/>
            <p:nvPr/>
          </p:nvSpPr>
          <p:spPr>
            <a:xfrm>
              <a:off x="986206" y="3204272"/>
              <a:ext cx="1733919" cy="1107996"/>
            </a:xfrm>
            <a:prstGeom prst="rect">
              <a:avLst/>
            </a:prstGeom>
          </p:spPr>
          <p:txBody>
            <a:bodyPr wrap="square">
              <a:spAutoFit/>
            </a:bodyPr>
            <a:lstStyle/>
            <a:p>
              <a:pPr algn="ct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Natural language processing</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8" name="Group 7">
            <a:extLst>
              <a:ext uri="{FF2B5EF4-FFF2-40B4-BE49-F238E27FC236}">
                <a16:creationId xmlns:a16="http://schemas.microsoft.com/office/drawing/2014/main" id="{4D431CD4-B3ED-5668-2AF2-059491DA6272}"/>
              </a:ext>
            </a:extLst>
          </p:cNvPr>
          <p:cNvGrpSpPr/>
          <p:nvPr/>
        </p:nvGrpSpPr>
        <p:grpSpPr>
          <a:xfrm>
            <a:off x="6784386" y="2272617"/>
            <a:ext cx="2764007" cy="1821967"/>
            <a:chOff x="3614413" y="2890797"/>
            <a:chExt cx="2764007" cy="1821967"/>
          </a:xfrm>
        </p:grpSpPr>
        <p:grpSp>
          <p:nvGrpSpPr>
            <p:cNvPr id="56" name="Group 55">
              <a:extLst>
                <a:ext uri="{FF2B5EF4-FFF2-40B4-BE49-F238E27FC236}">
                  <a16:creationId xmlns:a16="http://schemas.microsoft.com/office/drawing/2014/main" id="{751A4939-AF35-FE17-EE63-E86917A4563E}"/>
                </a:ext>
              </a:extLst>
            </p:cNvPr>
            <p:cNvGrpSpPr/>
            <p:nvPr/>
          </p:nvGrpSpPr>
          <p:grpSpPr>
            <a:xfrm>
              <a:off x="3614413" y="2890797"/>
              <a:ext cx="2764007" cy="1821967"/>
              <a:chOff x="3614413" y="2890797"/>
              <a:chExt cx="2764007" cy="1821967"/>
            </a:xfrm>
          </p:grpSpPr>
          <p:sp>
            <p:nvSpPr>
              <p:cNvPr id="58" name="Pentagon 47">
                <a:extLst>
                  <a:ext uri="{FF2B5EF4-FFF2-40B4-BE49-F238E27FC236}">
                    <a16:creationId xmlns:a16="http://schemas.microsoft.com/office/drawing/2014/main" id="{07EAB6E7-F133-D697-88AD-30E221C66B8C}"/>
                  </a:ext>
                </a:extLst>
              </p:cNvPr>
              <p:cNvSpPr/>
              <p:nvPr/>
            </p:nvSpPr>
            <p:spPr>
              <a:xfrm rot="16200000">
                <a:off x="4085433" y="2419777"/>
                <a:ext cx="1821967" cy="2764007"/>
              </a:xfrm>
              <a:prstGeom prst="homePlate">
                <a:avLst/>
              </a:prstGeom>
              <a:solidFill>
                <a:srgbClr val="AAD9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9" name="Pentagon 48">
                <a:extLst>
                  <a:ext uri="{FF2B5EF4-FFF2-40B4-BE49-F238E27FC236}">
                    <a16:creationId xmlns:a16="http://schemas.microsoft.com/office/drawing/2014/main" id="{95BA531D-0D94-E42A-BF69-11308D6C3872}"/>
                  </a:ext>
                </a:extLst>
              </p:cNvPr>
              <p:cNvSpPr/>
              <p:nvPr/>
            </p:nvSpPr>
            <p:spPr>
              <a:xfrm rot="16200000">
                <a:off x="4164375" y="2488146"/>
                <a:ext cx="1664083" cy="2644585"/>
              </a:xfrm>
              <a:prstGeom prst="homePlate">
                <a:avLst>
                  <a:gd name="adj" fmla="val 51561"/>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grpSp>
        <p:sp>
          <p:nvSpPr>
            <p:cNvPr id="57" name="Rectangle 56">
              <a:extLst>
                <a:ext uri="{FF2B5EF4-FFF2-40B4-BE49-F238E27FC236}">
                  <a16:creationId xmlns:a16="http://schemas.microsoft.com/office/drawing/2014/main" id="{9FEE5D1B-B6A2-ABE1-A73B-09AA6C6512FB}"/>
                </a:ext>
              </a:extLst>
            </p:cNvPr>
            <p:cNvSpPr/>
            <p:nvPr/>
          </p:nvSpPr>
          <p:spPr>
            <a:xfrm>
              <a:off x="4066337" y="3523227"/>
              <a:ext cx="1979575" cy="769441"/>
            </a:xfrm>
            <a:prstGeom prst="rect">
              <a:avLst/>
            </a:prstGeom>
          </p:spPr>
          <p:txBody>
            <a:bodyPr wrap="square">
              <a:spAutoFit/>
            </a:bodyPr>
            <a:lstStyle/>
            <a:p>
              <a:pPr algn="ct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Speech recognition</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1" name="Group 10">
            <a:extLst>
              <a:ext uri="{FF2B5EF4-FFF2-40B4-BE49-F238E27FC236}">
                <a16:creationId xmlns:a16="http://schemas.microsoft.com/office/drawing/2014/main" id="{1DF26901-7BB1-14F0-67C6-B275DA686CA9}"/>
              </a:ext>
            </a:extLst>
          </p:cNvPr>
          <p:cNvGrpSpPr/>
          <p:nvPr/>
        </p:nvGrpSpPr>
        <p:grpSpPr>
          <a:xfrm>
            <a:off x="9927636" y="2272617"/>
            <a:ext cx="2764007" cy="1821967"/>
            <a:chOff x="6757664" y="2890797"/>
            <a:chExt cx="2764007" cy="1821967"/>
          </a:xfrm>
        </p:grpSpPr>
        <p:sp>
          <p:nvSpPr>
            <p:cNvPr id="53" name="Pentagon 50">
              <a:extLst>
                <a:ext uri="{FF2B5EF4-FFF2-40B4-BE49-F238E27FC236}">
                  <a16:creationId xmlns:a16="http://schemas.microsoft.com/office/drawing/2014/main" id="{1EB8745C-F576-AB41-7596-8916C3D7AD4D}"/>
                </a:ext>
              </a:extLst>
            </p:cNvPr>
            <p:cNvSpPr/>
            <p:nvPr/>
          </p:nvSpPr>
          <p:spPr>
            <a:xfrm rot="16200000">
              <a:off x="7228684" y="2419777"/>
              <a:ext cx="1821967" cy="2764007"/>
            </a:xfrm>
            <a:prstGeom prst="homePlate">
              <a:avLst/>
            </a:prstGeom>
            <a:solidFill>
              <a:srgbClr val="FFC3B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4" name="Pentagon 51">
              <a:extLst>
                <a:ext uri="{FF2B5EF4-FFF2-40B4-BE49-F238E27FC236}">
                  <a16:creationId xmlns:a16="http://schemas.microsoft.com/office/drawing/2014/main" id="{1FC25D76-0D0F-4006-B94A-2AD09EA9A44B}"/>
                </a:ext>
              </a:extLst>
            </p:cNvPr>
            <p:cNvSpPr/>
            <p:nvPr/>
          </p:nvSpPr>
          <p:spPr>
            <a:xfrm rot="16200000">
              <a:off x="7307626" y="2488146"/>
              <a:ext cx="1664083" cy="2644584"/>
            </a:xfrm>
            <a:prstGeom prst="homePlate">
              <a:avLst>
                <a:gd name="adj" fmla="val 51561"/>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5" name="Rectangle 54">
              <a:extLst>
                <a:ext uri="{FF2B5EF4-FFF2-40B4-BE49-F238E27FC236}">
                  <a16:creationId xmlns:a16="http://schemas.microsoft.com/office/drawing/2014/main" id="{7E2960B2-511A-2E8C-E2C0-F19D57C5C7F1}"/>
                </a:ext>
              </a:extLst>
            </p:cNvPr>
            <p:cNvSpPr/>
            <p:nvPr/>
          </p:nvSpPr>
          <p:spPr>
            <a:xfrm>
              <a:off x="6861532" y="3853639"/>
              <a:ext cx="2556277" cy="430887"/>
            </a:xfrm>
            <a:prstGeom prst="rect">
              <a:avLst/>
            </a:prstGeom>
          </p:spPr>
          <p:txBody>
            <a:bodyPr wrap="non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Image recognition</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0" name="Group 19">
            <a:extLst>
              <a:ext uri="{FF2B5EF4-FFF2-40B4-BE49-F238E27FC236}">
                <a16:creationId xmlns:a16="http://schemas.microsoft.com/office/drawing/2014/main" id="{DD5335A7-ACAD-65B7-7E54-FD7005485194}"/>
              </a:ext>
            </a:extLst>
          </p:cNvPr>
          <p:cNvGrpSpPr/>
          <p:nvPr/>
        </p:nvGrpSpPr>
        <p:grpSpPr>
          <a:xfrm>
            <a:off x="3641136" y="6591613"/>
            <a:ext cx="2764007" cy="1821967"/>
            <a:chOff x="4996417" y="6591614"/>
            <a:chExt cx="2764007" cy="1821967"/>
          </a:xfrm>
          <a:solidFill>
            <a:schemeClr val="bg1">
              <a:lumMod val="85000"/>
            </a:schemeClr>
          </a:solidFill>
        </p:grpSpPr>
        <p:sp>
          <p:nvSpPr>
            <p:cNvPr id="44" name="Pentagon 79">
              <a:extLst>
                <a:ext uri="{FF2B5EF4-FFF2-40B4-BE49-F238E27FC236}">
                  <a16:creationId xmlns:a16="http://schemas.microsoft.com/office/drawing/2014/main" id="{76283BB3-033D-14C7-D30E-9BBCFEAC8A68}"/>
                </a:ext>
              </a:extLst>
            </p:cNvPr>
            <p:cNvSpPr/>
            <p:nvPr/>
          </p:nvSpPr>
          <p:spPr>
            <a:xfrm rot="5400000" flipV="1">
              <a:off x="5467437" y="6120594"/>
              <a:ext cx="1821967" cy="2764007"/>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Pentagon 80">
              <a:extLst>
                <a:ext uri="{FF2B5EF4-FFF2-40B4-BE49-F238E27FC236}">
                  <a16:creationId xmlns:a16="http://schemas.microsoft.com/office/drawing/2014/main" id="{5E796322-53A9-B255-851C-A4C8274A096B}"/>
                </a:ext>
              </a:extLst>
            </p:cNvPr>
            <p:cNvSpPr/>
            <p:nvPr/>
          </p:nvSpPr>
          <p:spPr>
            <a:xfrm rot="5400000" flipV="1">
              <a:off x="5546379" y="6171648"/>
              <a:ext cx="1664083" cy="2644584"/>
            </a:xfrm>
            <a:prstGeom prst="homePlate">
              <a:avLst>
                <a:gd name="adj" fmla="val 51561"/>
              </a:avLst>
            </a:prstGeom>
            <a:gr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6" name="Rectangle 45">
              <a:extLst>
                <a:ext uri="{FF2B5EF4-FFF2-40B4-BE49-F238E27FC236}">
                  <a16:creationId xmlns:a16="http://schemas.microsoft.com/office/drawing/2014/main" id="{C9148E30-7DC2-D3DD-6CC3-67689E85C0AC}"/>
                </a:ext>
              </a:extLst>
            </p:cNvPr>
            <p:cNvSpPr/>
            <p:nvPr/>
          </p:nvSpPr>
          <p:spPr>
            <a:xfrm>
              <a:off x="5296976" y="6906173"/>
              <a:ext cx="2146852" cy="769441"/>
            </a:xfrm>
            <a:prstGeom prst="rect">
              <a:avLst/>
            </a:prstGeom>
            <a:grpFill/>
          </p:spPr>
          <p:txBody>
            <a:bodyPr wrap="square">
              <a:spAutoFit/>
            </a:bodyPr>
            <a:lstStyle/>
            <a:p>
              <a:pPr algn="ct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Recommender systems</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1" name="Group 20">
            <a:extLst>
              <a:ext uri="{FF2B5EF4-FFF2-40B4-BE49-F238E27FC236}">
                <a16:creationId xmlns:a16="http://schemas.microsoft.com/office/drawing/2014/main" id="{E1B4E1B5-8CC9-78BA-EA9F-052CB8DA779A}"/>
              </a:ext>
            </a:extLst>
          </p:cNvPr>
          <p:cNvGrpSpPr/>
          <p:nvPr/>
        </p:nvGrpSpPr>
        <p:grpSpPr>
          <a:xfrm>
            <a:off x="6784384" y="6591613"/>
            <a:ext cx="2764007" cy="1821967"/>
            <a:chOff x="8139667" y="6591614"/>
            <a:chExt cx="2764007" cy="1821967"/>
          </a:xfrm>
        </p:grpSpPr>
        <p:sp>
          <p:nvSpPr>
            <p:cNvPr id="41" name="Pentagon 83">
              <a:extLst>
                <a:ext uri="{FF2B5EF4-FFF2-40B4-BE49-F238E27FC236}">
                  <a16:creationId xmlns:a16="http://schemas.microsoft.com/office/drawing/2014/main" id="{0D991847-9030-E8F5-331D-B5EC4BBB01B2}"/>
                </a:ext>
              </a:extLst>
            </p:cNvPr>
            <p:cNvSpPr/>
            <p:nvPr/>
          </p:nvSpPr>
          <p:spPr>
            <a:xfrm rot="5400000" flipV="1">
              <a:off x="8610687" y="6120594"/>
              <a:ext cx="1821967" cy="2764007"/>
            </a:xfrm>
            <a:prstGeom prst="homePlat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2" name="Pentagon 84">
              <a:extLst>
                <a:ext uri="{FF2B5EF4-FFF2-40B4-BE49-F238E27FC236}">
                  <a16:creationId xmlns:a16="http://schemas.microsoft.com/office/drawing/2014/main" id="{1817C8DF-B9F5-E8EB-95E8-A8F92B538BC3}"/>
                </a:ext>
              </a:extLst>
            </p:cNvPr>
            <p:cNvSpPr/>
            <p:nvPr/>
          </p:nvSpPr>
          <p:spPr>
            <a:xfrm rot="5400000" flipV="1">
              <a:off x="8689629" y="6171648"/>
              <a:ext cx="1664083" cy="2644584"/>
            </a:xfrm>
            <a:prstGeom prst="homePlate">
              <a:avLst>
                <a:gd name="adj" fmla="val 51561"/>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3" name="Rectangle 42">
              <a:extLst>
                <a:ext uri="{FF2B5EF4-FFF2-40B4-BE49-F238E27FC236}">
                  <a16:creationId xmlns:a16="http://schemas.microsoft.com/office/drawing/2014/main" id="{524909B6-E371-137B-5343-96744A412E27}"/>
                </a:ext>
              </a:extLst>
            </p:cNvPr>
            <p:cNvSpPr/>
            <p:nvPr/>
          </p:nvSpPr>
          <p:spPr>
            <a:xfrm>
              <a:off x="8366845" y="6872345"/>
              <a:ext cx="2309650" cy="769441"/>
            </a:xfrm>
            <a:prstGeom prst="rect">
              <a:avLst/>
            </a:prstGeom>
          </p:spPr>
          <p:txBody>
            <a:bodyPr wrap="square">
              <a:spAutoFit/>
            </a:bodyPr>
            <a:lstStyle/>
            <a:p>
              <a:pPr algn="ct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Reinforcement learning</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3" name="Group 22">
            <a:extLst>
              <a:ext uri="{FF2B5EF4-FFF2-40B4-BE49-F238E27FC236}">
                <a16:creationId xmlns:a16="http://schemas.microsoft.com/office/drawing/2014/main" id="{8D38D461-83AD-D8BD-532A-76969565968A}"/>
              </a:ext>
            </a:extLst>
          </p:cNvPr>
          <p:cNvGrpSpPr/>
          <p:nvPr/>
        </p:nvGrpSpPr>
        <p:grpSpPr>
          <a:xfrm>
            <a:off x="9927635" y="6591613"/>
            <a:ext cx="2764007" cy="1821967"/>
            <a:chOff x="11282917" y="6591613"/>
            <a:chExt cx="2764007" cy="1821967"/>
          </a:xfrm>
          <a:solidFill>
            <a:schemeClr val="accent6">
              <a:lumMod val="60000"/>
              <a:lumOff val="40000"/>
            </a:schemeClr>
          </a:solidFill>
        </p:grpSpPr>
        <p:sp>
          <p:nvSpPr>
            <p:cNvPr id="38" name="Pentagon 87">
              <a:extLst>
                <a:ext uri="{FF2B5EF4-FFF2-40B4-BE49-F238E27FC236}">
                  <a16:creationId xmlns:a16="http://schemas.microsoft.com/office/drawing/2014/main" id="{FC044EF1-1BCB-F98E-E818-5F5C655719C7}"/>
                </a:ext>
              </a:extLst>
            </p:cNvPr>
            <p:cNvSpPr/>
            <p:nvPr/>
          </p:nvSpPr>
          <p:spPr>
            <a:xfrm rot="5400000" flipV="1">
              <a:off x="11753937" y="6120593"/>
              <a:ext cx="1821967" cy="2764007"/>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9" name="Pentagon 88">
              <a:extLst>
                <a:ext uri="{FF2B5EF4-FFF2-40B4-BE49-F238E27FC236}">
                  <a16:creationId xmlns:a16="http://schemas.microsoft.com/office/drawing/2014/main" id="{629A1A3A-DB6A-F9EE-3077-FC60AB565891}"/>
                </a:ext>
              </a:extLst>
            </p:cNvPr>
            <p:cNvSpPr/>
            <p:nvPr/>
          </p:nvSpPr>
          <p:spPr>
            <a:xfrm rot="5400000" flipV="1">
              <a:off x="11832879" y="6171647"/>
              <a:ext cx="1664083" cy="2644584"/>
            </a:xfrm>
            <a:prstGeom prst="homePlate">
              <a:avLst>
                <a:gd name="adj" fmla="val 51561"/>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0" name="Rectangle 39">
              <a:extLst>
                <a:ext uri="{FF2B5EF4-FFF2-40B4-BE49-F238E27FC236}">
                  <a16:creationId xmlns:a16="http://schemas.microsoft.com/office/drawing/2014/main" id="{CF313C91-577C-5275-17FB-F4A0FB5F6D0E}"/>
                </a:ext>
              </a:extLst>
            </p:cNvPr>
            <p:cNvSpPr/>
            <p:nvPr/>
          </p:nvSpPr>
          <p:spPr>
            <a:xfrm>
              <a:off x="11677562" y="6872344"/>
              <a:ext cx="1974715" cy="769441"/>
            </a:xfrm>
            <a:prstGeom prst="rect">
              <a:avLst/>
            </a:prstGeom>
            <a:grpFill/>
          </p:spPr>
          <p:txBody>
            <a:bodyPr wrap="square">
              <a:spAutoFit/>
            </a:bodyPr>
            <a:lstStyle/>
            <a:p>
              <a:pPr algn="ct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Drug discovery</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30" name="Group 29">
            <a:extLst>
              <a:ext uri="{FF2B5EF4-FFF2-40B4-BE49-F238E27FC236}">
                <a16:creationId xmlns:a16="http://schemas.microsoft.com/office/drawing/2014/main" id="{E21B8346-E63C-C5A3-EACF-F6E384C10AFF}"/>
              </a:ext>
            </a:extLst>
          </p:cNvPr>
          <p:cNvGrpSpPr/>
          <p:nvPr/>
        </p:nvGrpSpPr>
        <p:grpSpPr>
          <a:xfrm>
            <a:off x="1272210" y="4184920"/>
            <a:ext cx="13696120" cy="2024401"/>
            <a:chOff x="1003270" y="4193395"/>
            <a:chExt cx="13696120" cy="2024401"/>
          </a:xfrm>
        </p:grpSpPr>
        <p:sp>
          <p:nvSpPr>
            <p:cNvPr id="32" name="Rectangle 31">
              <a:extLst>
                <a:ext uri="{FF2B5EF4-FFF2-40B4-BE49-F238E27FC236}">
                  <a16:creationId xmlns:a16="http://schemas.microsoft.com/office/drawing/2014/main" id="{5204B5EA-E6DB-1ED8-A357-1E6CAAD66340}"/>
                </a:ext>
              </a:extLst>
            </p:cNvPr>
            <p:cNvSpPr/>
            <p:nvPr/>
          </p:nvSpPr>
          <p:spPr>
            <a:xfrm>
              <a:off x="1003270" y="4468401"/>
              <a:ext cx="13696120" cy="1749395"/>
            </a:xfrm>
            <a:prstGeom prst="rect">
              <a:avLst/>
            </a:prstGeom>
            <a:noFill/>
            <a:ln w="38100">
              <a:solidFill>
                <a:srgbClr val="FFD5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219170"/>
              <a:endParaRPr lang="en-US" sz="2400">
                <a:solidFill>
                  <a:prstClr val="black"/>
                </a:solidFill>
              </a:endParaRPr>
            </a:p>
          </p:txBody>
        </p:sp>
        <p:sp>
          <p:nvSpPr>
            <p:cNvPr id="33" name="Isosceles Triangle 32">
              <a:extLst>
                <a:ext uri="{FF2B5EF4-FFF2-40B4-BE49-F238E27FC236}">
                  <a16:creationId xmlns:a16="http://schemas.microsoft.com/office/drawing/2014/main" id="{FE29BC95-E9F1-7028-A919-CE686EB81E98}"/>
                </a:ext>
              </a:extLst>
            </p:cNvPr>
            <p:cNvSpPr/>
            <p:nvPr/>
          </p:nvSpPr>
          <p:spPr>
            <a:xfrm>
              <a:off x="4543548" y="4193395"/>
              <a:ext cx="432408" cy="265811"/>
            </a:xfrm>
            <a:prstGeom prst="triangle">
              <a:avLst/>
            </a:prstGeom>
            <a:solidFill>
              <a:srgbClr val="FFD5AB"/>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 wrap="square" lIns="121920" tIns="60960" rIns="121920" bIns="60960" numCol="1" spcCol="0" rtlCol="0" fromWordArt="0" anchor="ctr" anchorCtr="0" forceAA="0" compatLnSpc="1">
              <a:prstTxWarp prst="textNoShape">
                <a:avLst/>
              </a:prstTxWarp>
              <a:noAutofit/>
            </a:bodyPr>
            <a:lstStyle/>
            <a:p>
              <a:pPr algn="ctr" defTabSz="1219261"/>
              <a:endParaRPr lang="en-US" sz="2400" b="1">
                <a:solidFill>
                  <a:prstClr val="white"/>
                </a:solidFill>
              </a:endParaRPr>
            </a:p>
          </p:txBody>
        </p:sp>
        <p:sp>
          <p:nvSpPr>
            <p:cNvPr id="34" name="Rectangle 33">
              <a:extLst>
                <a:ext uri="{FF2B5EF4-FFF2-40B4-BE49-F238E27FC236}">
                  <a16:creationId xmlns:a16="http://schemas.microsoft.com/office/drawing/2014/main" id="{5D6CCF96-9C5D-BBF0-66BB-045CA090F81D}"/>
                </a:ext>
              </a:extLst>
            </p:cNvPr>
            <p:cNvSpPr/>
            <p:nvPr/>
          </p:nvSpPr>
          <p:spPr>
            <a:xfrm>
              <a:off x="1018730" y="4922150"/>
              <a:ext cx="13680660" cy="841897"/>
            </a:xfrm>
            <a:prstGeom prst="rect">
              <a:avLst/>
            </a:prstGeom>
          </p:spPr>
          <p:txBody>
            <a:bodyPr wrap="square" anchor="ctr">
              <a:spAutoFit/>
            </a:bodyPr>
            <a:lstStyle/>
            <a:p>
              <a:pPr algn="ctr" defTabSz="1219170">
                <a:lnSpc>
                  <a:spcPct val="114000"/>
                </a:lnSpc>
                <a:spcBef>
                  <a:spcPts val="1100"/>
                </a:spcBef>
              </a:pP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Transformer models are commonly used in NLP for tasks like machine translation, text summarization, sentiment analysis, and question-answering.</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pic>
        <p:nvPicPr>
          <p:cNvPr id="31" name="Picture 30">
            <a:extLst>
              <a:ext uri="{FF2B5EF4-FFF2-40B4-BE49-F238E27FC236}">
                <a16:creationId xmlns:a16="http://schemas.microsoft.com/office/drawing/2014/main" id="{33ABD2EB-2570-64C9-C2CF-798A59C64A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47020" y="1987993"/>
            <a:ext cx="752232" cy="744444"/>
          </a:xfrm>
          <a:prstGeom prst="rect">
            <a:avLst/>
          </a:prstGeom>
        </p:spPr>
      </p:pic>
    </p:spTree>
    <p:extLst>
      <p:ext uri="{BB962C8B-B14F-4D97-AF65-F5344CB8AC3E}">
        <p14:creationId xmlns:p14="http://schemas.microsoft.com/office/powerpoint/2010/main" val="18607103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Google Shape;341;p43">
            <a:extLst>
              <a:ext uri="{FF2B5EF4-FFF2-40B4-BE49-F238E27FC236}">
                <a16:creationId xmlns:a16="http://schemas.microsoft.com/office/drawing/2014/main" id="{3A4BE46E-ECC1-D262-5564-AD961E7F7A4B}"/>
              </a:ext>
            </a:extLst>
          </p:cNvPr>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Applications of Transformer Models</a:t>
            </a:r>
          </a:p>
        </p:txBody>
      </p:sp>
      <p:sp>
        <p:nvSpPr>
          <p:cNvPr id="22" name="Brandline_LVC">
            <a:extLst>
              <a:ext uri="{FF2B5EF4-FFF2-40B4-BE49-F238E27FC236}">
                <a16:creationId xmlns:a16="http://schemas.microsoft.com/office/drawing/2014/main" id="{D68C8B23-46E1-42D7-07EF-81A15E33EEA8}"/>
              </a:ext>
            </a:extLst>
          </p:cNvPr>
          <p:cNvSpPr/>
          <p:nvPr/>
        </p:nvSpPr>
        <p:spPr>
          <a:xfrm>
            <a:off x="4178300" y="816352"/>
            <a:ext cx="790059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3A58C64-A371-A6EA-D163-0E15D0801D7F}"/>
              </a:ext>
            </a:extLst>
          </p:cNvPr>
          <p:cNvGrpSpPr/>
          <p:nvPr/>
        </p:nvGrpSpPr>
        <p:grpSpPr>
          <a:xfrm>
            <a:off x="3641136" y="2272617"/>
            <a:ext cx="2764007" cy="1830904"/>
            <a:chOff x="471165" y="2481364"/>
            <a:chExt cx="2764007" cy="1830904"/>
          </a:xfrm>
        </p:grpSpPr>
        <p:sp>
          <p:nvSpPr>
            <p:cNvPr id="60" name="Pentagon 41">
              <a:extLst>
                <a:ext uri="{FF2B5EF4-FFF2-40B4-BE49-F238E27FC236}">
                  <a16:creationId xmlns:a16="http://schemas.microsoft.com/office/drawing/2014/main" id="{E6EBDB01-6633-1F22-3492-7FC35DA222AD}"/>
                </a:ext>
              </a:extLst>
            </p:cNvPr>
            <p:cNvSpPr/>
            <p:nvPr/>
          </p:nvSpPr>
          <p:spPr>
            <a:xfrm rot="16200000">
              <a:off x="942185" y="2010344"/>
              <a:ext cx="1821967" cy="2764007"/>
            </a:xfrm>
            <a:prstGeom prst="homePlate">
              <a:avLst/>
            </a:prstGeom>
            <a:solidFill>
              <a:srgbClr val="FFD5A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219170"/>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1" name="Pentagon 42">
              <a:extLst>
                <a:ext uri="{FF2B5EF4-FFF2-40B4-BE49-F238E27FC236}">
                  <a16:creationId xmlns:a16="http://schemas.microsoft.com/office/drawing/2014/main" id="{77829EFB-1991-B015-3832-BA7AB525C581}"/>
                </a:ext>
              </a:extLst>
            </p:cNvPr>
            <p:cNvSpPr/>
            <p:nvPr/>
          </p:nvSpPr>
          <p:spPr>
            <a:xfrm rot="16200000">
              <a:off x="1021128" y="2078712"/>
              <a:ext cx="1664083" cy="2644584"/>
            </a:xfrm>
            <a:prstGeom prst="homePlate">
              <a:avLst>
                <a:gd name="adj" fmla="val 51561"/>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2" name="Rectangle 61">
              <a:extLst>
                <a:ext uri="{FF2B5EF4-FFF2-40B4-BE49-F238E27FC236}">
                  <a16:creationId xmlns:a16="http://schemas.microsoft.com/office/drawing/2014/main" id="{8D14588A-CDA0-364E-359C-10D4E3F6EFD3}"/>
                </a:ext>
              </a:extLst>
            </p:cNvPr>
            <p:cNvSpPr/>
            <p:nvPr/>
          </p:nvSpPr>
          <p:spPr>
            <a:xfrm>
              <a:off x="986206" y="3204272"/>
              <a:ext cx="1733919" cy="1107996"/>
            </a:xfrm>
            <a:prstGeom prst="rect">
              <a:avLst/>
            </a:prstGeom>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Natural language processing</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8" name="Group 7">
            <a:extLst>
              <a:ext uri="{FF2B5EF4-FFF2-40B4-BE49-F238E27FC236}">
                <a16:creationId xmlns:a16="http://schemas.microsoft.com/office/drawing/2014/main" id="{4D431CD4-B3ED-5668-2AF2-059491DA6272}"/>
              </a:ext>
            </a:extLst>
          </p:cNvPr>
          <p:cNvGrpSpPr/>
          <p:nvPr/>
        </p:nvGrpSpPr>
        <p:grpSpPr>
          <a:xfrm>
            <a:off x="6784386" y="2272617"/>
            <a:ext cx="2764007" cy="1821967"/>
            <a:chOff x="3614413" y="2890797"/>
            <a:chExt cx="2764007" cy="1821967"/>
          </a:xfrm>
        </p:grpSpPr>
        <p:grpSp>
          <p:nvGrpSpPr>
            <p:cNvPr id="56" name="Group 55">
              <a:extLst>
                <a:ext uri="{FF2B5EF4-FFF2-40B4-BE49-F238E27FC236}">
                  <a16:creationId xmlns:a16="http://schemas.microsoft.com/office/drawing/2014/main" id="{751A4939-AF35-FE17-EE63-E86917A4563E}"/>
                </a:ext>
              </a:extLst>
            </p:cNvPr>
            <p:cNvGrpSpPr/>
            <p:nvPr/>
          </p:nvGrpSpPr>
          <p:grpSpPr>
            <a:xfrm>
              <a:off x="3614413" y="2890797"/>
              <a:ext cx="2764007" cy="1821967"/>
              <a:chOff x="3614413" y="2890797"/>
              <a:chExt cx="2764007" cy="1821967"/>
            </a:xfrm>
          </p:grpSpPr>
          <p:sp>
            <p:nvSpPr>
              <p:cNvPr id="58" name="Pentagon 47">
                <a:extLst>
                  <a:ext uri="{FF2B5EF4-FFF2-40B4-BE49-F238E27FC236}">
                    <a16:creationId xmlns:a16="http://schemas.microsoft.com/office/drawing/2014/main" id="{07EAB6E7-F133-D697-88AD-30E221C66B8C}"/>
                  </a:ext>
                </a:extLst>
              </p:cNvPr>
              <p:cNvSpPr/>
              <p:nvPr/>
            </p:nvSpPr>
            <p:spPr>
              <a:xfrm rot="16200000">
                <a:off x="4085433" y="2419777"/>
                <a:ext cx="1821967" cy="2764007"/>
              </a:xfrm>
              <a:prstGeom prst="homePlate">
                <a:avLst/>
              </a:prstGeom>
              <a:solidFill>
                <a:srgbClr val="AAD9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9" name="Pentagon 48">
                <a:extLst>
                  <a:ext uri="{FF2B5EF4-FFF2-40B4-BE49-F238E27FC236}">
                    <a16:creationId xmlns:a16="http://schemas.microsoft.com/office/drawing/2014/main" id="{95BA531D-0D94-E42A-BF69-11308D6C3872}"/>
                  </a:ext>
                </a:extLst>
              </p:cNvPr>
              <p:cNvSpPr/>
              <p:nvPr/>
            </p:nvSpPr>
            <p:spPr>
              <a:xfrm rot="16200000">
                <a:off x="4164375" y="2488146"/>
                <a:ext cx="1664083" cy="2644585"/>
              </a:xfrm>
              <a:prstGeom prst="homePlate">
                <a:avLst>
                  <a:gd name="adj" fmla="val 51561"/>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grpSp>
        <p:sp>
          <p:nvSpPr>
            <p:cNvPr id="57" name="Rectangle 56">
              <a:extLst>
                <a:ext uri="{FF2B5EF4-FFF2-40B4-BE49-F238E27FC236}">
                  <a16:creationId xmlns:a16="http://schemas.microsoft.com/office/drawing/2014/main" id="{9FEE5D1B-B6A2-ABE1-A73B-09AA6C6512FB}"/>
                </a:ext>
              </a:extLst>
            </p:cNvPr>
            <p:cNvSpPr/>
            <p:nvPr/>
          </p:nvSpPr>
          <p:spPr>
            <a:xfrm>
              <a:off x="4066337" y="3523227"/>
              <a:ext cx="1979575" cy="769441"/>
            </a:xfrm>
            <a:prstGeom prst="rect">
              <a:avLst/>
            </a:prstGeom>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Speech recognition</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1" name="Group 10">
            <a:extLst>
              <a:ext uri="{FF2B5EF4-FFF2-40B4-BE49-F238E27FC236}">
                <a16:creationId xmlns:a16="http://schemas.microsoft.com/office/drawing/2014/main" id="{1DF26901-7BB1-14F0-67C6-B275DA686CA9}"/>
              </a:ext>
            </a:extLst>
          </p:cNvPr>
          <p:cNvGrpSpPr/>
          <p:nvPr/>
        </p:nvGrpSpPr>
        <p:grpSpPr>
          <a:xfrm>
            <a:off x="9927636" y="2272617"/>
            <a:ext cx="2764007" cy="1821967"/>
            <a:chOff x="6757664" y="2890797"/>
            <a:chExt cx="2764007" cy="1821967"/>
          </a:xfrm>
        </p:grpSpPr>
        <p:sp>
          <p:nvSpPr>
            <p:cNvPr id="53" name="Pentagon 50">
              <a:extLst>
                <a:ext uri="{FF2B5EF4-FFF2-40B4-BE49-F238E27FC236}">
                  <a16:creationId xmlns:a16="http://schemas.microsoft.com/office/drawing/2014/main" id="{1EB8745C-F576-AB41-7596-8916C3D7AD4D}"/>
                </a:ext>
              </a:extLst>
            </p:cNvPr>
            <p:cNvSpPr/>
            <p:nvPr/>
          </p:nvSpPr>
          <p:spPr>
            <a:xfrm rot="16200000">
              <a:off x="7228684" y="2419777"/>
              <a:ext cx="1821967" cy="2764007"/>
            </a:xfrm>
            <a:prstGeom prst="homePlate">
              <a:avLst/>
            </a:prstGeom>
            <a:solidFill>
              <a:srgbClr val="FFC3B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4" name="Pentagon 51">
              <a:extLst>
                <a:ext uri="{FF2B5EF4-FFF2-40B4-BE49-F238E27FC236}">
                  <a16:creationId xmlns:a16="http://schemas.microsoft.com/office/drawing/2014/main" id="{1FC25D76-0D0F-4006-B94A-2AD09EA9A44B}"/>
                </a:ext>
              </a:extLst>
            </p:cNvPr>
            <p:cNvSpPr/>
            <p:nvPr/>
          </p:nvSpPr>
          <p:spPr>
            <a:xfrm rot="16200000">
              <a:off x="7307626" y="2488146"/>
              <a:ext cx="1664083" cy="2644584"/>
            </a:xfrm>
            <a:prstGeom prst="homePlate">
              <a:avLst>
                <a:gd name="adj" fmla="val 51561"/>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5" name="Rectangle 54">
              <a:extLst>
                <a:ext uri="{FF2B5EF4-FFF2-40B4-BE49-F238E27FC236}">
                  <a16:creationId xmlns:a16="http://schemas.microsoft.com/office/drawing/2014/main" id="{7E2960B2-511A-2E8C-E2C0-F19D57C5C7F1}"/>
                </a:ext>
              </a:extLst>
            </p:cNvPr>
            <p:cNvSpPr/>
            <p:nvPr/>
          </p:nvSpPr>
          <p:spPr>
            <a:xfrm>
              <a:off x="6861532" y="3853639"/>
              <a:ext cx="2556277" cy="430887"/>
            </a:xfrm>
            <a:prstGeom prst="rect">
              <a:avLst/>
            </a:prstGeom>
          </p:spPr>
          <p:txBody>
            <a:bodyPr wrap="non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Image recognition</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0" name="Group 19">
            <a:extLst>
              <a:ext uri="{FF2B5EF4-FFF2-40B4-BE49-F238E27FC236}">
                <a16:creationId xmlns:a16="http://schemas.microsoft.com/office/drawing/2014/main" id="{DD5335A7-ACAD-65B7-7E54-FD7005485194}"/>
              </a:ext>
            </a:extLst>
          </p:cNvPr>
          <p:cNvGrpSpPr/>
          <p:nvPr/>
        </p:nvGrpSpPr>
        <p:grpSpPr>
          <a:xfrm>
            <a:off x="3641136" y="6591613"/>
            <a:ext cx="2764007" cy="1821967"/>
            <a:chOff x="4996417" y="6591614"/>
            <a:chExt cx="2764007" cy="1821967"/>
          </a:xfrm>
          <a:solidFill>
            <a:schemeClr val="bg1">
              <a:lumMod val="85000"/>
            </a:schemeClr>
          </a:solidFill>
        </p:grpSpPr>
        <p:sp>
          <p:nvSpPr>
            <p:cNvPr id="44" name="Pentagon 79">
              <a:extLst>
                <a:ext uri="{FF2B5EF4-FFF2-40B4-BE49-F238E27FC236}">
                  <a16:creationId xmlns:a16="http://schemas.microsoft.com/office/drawing/2014/main" id="{76283BB3-033D-14C7-D30E-9BBCFEAC8A68}"/>
                </a:ext>
              </a:extLst>
            </p:cNvPr>
            <p:cNvSpPr/>
            <p:nvPr/>
          </p:nvSpPr>
          <p:spPr>
            <a:xfrm rot="5400000" flipV="1">
              <a:off x="5467437" y="6120594"/>
              <a:ext cx="1821967" cy="2764007"/>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Pentagon 80">
              <a:extLst>
                <a:ext uri="{FF2B5EF4-FFF2-40B4-BE49-F238E27FC236}">
                  <a16:creationId xmlns:a16="http://schemas.microsoft.com/office/drawing/2014/main" id="{5E796322-53A9-B255-851C-A4C8274A096B}"/>
                </a:ext>
              </a:extLst>
            </p:cNvPr>
            <p:cNvSpPr/>
            <p:nvPr/>
          </p:nvSpPr>
          <p:spPr>
            <a:xfrm rot="5400000" flipV="1">
              <a:off x="5546379" y="6171648"/>
              <a:ext cx="1664083" cy="2644584"/>
            </a:xfrm>
            <a:prstGeom prst="homePlate">
              <a:avLst>
                <a:gd name="adj" fmla="val 51561"/>
              </a:avLst>
            </a:prstGeom>
            <a:gr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6" name="Rectangle 45">
              <a:extLst>
                <a:ext uri="{FF2B5EF4-FFF2-40B4-BE49-F238E27FC236}">
                  <a16:creationId xmlns:a16="http://schemas.microsoft.com/office/drawing/2014/main" id="{C9148E30-7DC2-D3DD-6CC3-67689E85C0AC}"/>
                </a:ext>
              </a:extLst>
            </p:cNvPr>
            <p:cNvSpPr/>
            <p:nvPr/>
          </p:nvSpPr>
          <p:spPr>
            <a:xfrm>
              <a:off x="5296976" y="6906173"/>
              <a:ext cx="2146852" cy="769441"/>
            </a:xfrm>
            <a:prstGeom prst="rect">
              <a:avLst/>
            </a:prstGeom>
            <a:grpFill/>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Recommender systems</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1" name="Group 20">
            <a:extLst>
              <a:ext uri="{FF2B5EF4-FFF2-40B4-BE49-F238E27FC236}">
                <a16:creationId xmlns:a16="http://schemas.microsoft.com/office/drawing/2014/main" id="{E1B4E1B5-8CC9-78BA-EA9F-052CB8DA779A}"/>
              </a:ext>
            </a:extLst>
          </p:cNvPr>
          <p:cNvGrpSpPr/>
          <p:nvPr/>
        </p:nvGrpSpPr>
        <p:grpSpPr>
          <a:xfrm>
            <a:off x="6784384" y="6591613"/>
            <a:ext cx="2764007" cy="1821967"/>
            <a:chOff x="8139667" y="6591614"/>
            <a:chExt cx="2764007" cy="1821967"/>
          </a:xfrm>
        </p:grpSpPr>
        <p:sp>
          <p:nvSpPr>
            <p:cNvPr id="41" name="Pentagon 83">
              <a:extLst>
                <a:ext uri="{FF2B5EF4-FFF2-40B4-BE49-F238E27FC236}">
                  <a16:creationId xmlns:a16="http://schemas.microsoft.com/office/drawing/2014/main" id="{0D991847-9030-E8F5-331D-B5EC4BBB01B2}"/>
                </a:ext>
              </a:extLst>
            </p:cNvPr>
            <p:cNvSpPr/>
            <p:nvPr/>
          </p:nvSpPr>
          <p:spPr>
            <a:xfrm rot="5400000" flipV="1">
              <a:off x="8610687" y="6120594"/>
              <a:ext cx="1821967" cy="2764007"/>
            </a:xfrm>
            <a:prstGeom prst="homePlat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2" name="Pentagon 84">
              <a:extLst>
                <a:ext uri="{FF2B5EF4-FFF2-40B4-BE49-F238E27FC236}">
                  <a16:creationId xmlns:a16="http://schemas.microsoft.com/office/drawing/2014/main" id="{1817C8DF-B9F5-E8EB-95E8-A8F92B538BC3}"/>
                </a:ext>
              </a:extLst>
            </p:cNvPr>
            <p:cNvSpPr/>
            <p:nvPr/>
          </p:nvSpPr>
          <p:spPr>
            <a:xfrm rot="5400000" flipV="1">
              <a:off x="8689629" y="6171648"/>
              <a:ext cx="1664083" cy="2644584"/>
            </a:xfrm>
            <a:prstGeom prst="homePlate">
              <a:avLst>
                <a:gd name="adj" fmla="val 51561"/>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3" name="Rectangle 42">
              <a:extLst>
                <a:ext uri="{FF2B5EF4-FFF2-40B4-BE49-F238E27FC236}">
                  <a16:creationId xmlns:a16="http://schemas.microsoft.com/office/drawing/2014/main" id="{524909B6-E371-137B-5343-96744A412E27}"/>
                </a:ext>
              </a:extLst>
            </p:cNvPr>
            <p:cNvSpPr/>
            <p:nvPr/>
          </p:nvSpPr>
          <p:spPr>
            <a:xfrm>
              <a:off x="8366845" y="6872345"/>
              <a:ext cx="2309650" cy="769441"/>
            </a:xfrm>
            <a:prstGeom prst="rect">
              <a:avLst/>
            </a:prstGeom>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Reinforcement learning</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3" name="Group 22">
            <a:extLst>
              <a:ext uri="{FF2B5EF4-FFF2-40B4-BE49-F238E27FC236}">
                <a16:creationId xmlns:a16="http://schemas.microsoft.com/office/drawing/2014/main" id="{8D38D461-83AD-D8BD-532A-76969565968A}"/>
              </a:ext>
            </a:extLst>
          </p:cNvPr>
          <p:cNvGrpSpPr/>
          <p:nvPr/>
        </p:nvGrpSpPr>
        <p:grpSpPr>
          <a:xfrm>
            <a:off x="9927635" y="6591613"/>
            <a:ext cx="2764007" cy="1821967"/>
            <a:chOff x="11282917" y="6591613"/>
            <a:chExt cx="2764007" cy="1821967"/>
          </a:xfrm>
          <a:solidFill>
            <a:schemeClr val="accent6">
              <a:lumMod val="60000"/>
              <a:lumOff val="40000"/>
            </a:schemeClr>
          </a:solidFill>
        </p:grpSpPr>
        <p:sp>
          <p:nvSpPr>
            <p:cNvPr id="38" name="Pentagon 87">
              <a:extLst>
                <a:ext uri="{FF2B5EF4-FFF2-40B4-BE49-F238E27FC236}">
                  <a16:creationId xmlns:a16="http://schemas.microsoft.com/office/drawing/2014/main" id="{FC044EF1-1BCB-F98E-E818-5F5C655719C7}"/>
                </a:ext>
              </a:extLst>
            </p:cNvPr>
            <p:cNvSpPr/>
            <p:nvPr/>
          </p:nvSpPr>
          <p:spPr>
            <a:xfrm rot="5400000" flipV="1">
              <a:off x="11753937" y="6120593"/>
              <a:ext cx="1821967" cy="2764007"/>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9" name="Pentagon 88">
              <a:extLst>
                <a:ext uri="{FF2B5EF4-FFF2-40B4-BE49-F238E27FC236}">
                  <a16:creationId xmlns:a16="http://schemas.microsoft.com/office/drawing/2014/main" id="{629A1A3A-DB6A-F9EE-3077-FC60AB565891}"/>
                </a:ext>
              </a:extLst>
            </p:cNvPr>
            <p:cNvSpPr/>
            <p:nvPr/>
          </p:nvSpPr>
          <p:spPr>
            <a:xfrm rot="5400000" flipV="1">
              <a:off x="11832879" y="6171647"/>
              <a:ext cx="1664083" cy="2644584"/>
            </a:xfrm>
            <a:prstGeom prst="homePlate">
              <a:avLst>
                <a:gd name="adj" fmla="val 51561"/>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0" name="Rectangle 39">
              <a:extLst>
                <a:ext uri="{FF2B5EF4-FFF2-40B4-BE49-F238E27FC236}">
                  <a16:creationId xmlns:a16="http://schemas.microsoft.com/office/drawing/2014/main" id="{CF313C91-577C-5275-17FB-F4A0FB5F6D0E}"/>
                </a:ext>
              </a:extLst>
            </p:cNvPr>
            <p:cNvSpPr/>
            <p:nvPr/>
          </p:nvSpPr>
          <p:spPr>
            <a:xfrm>
              <a:off x="11677562" y="6872344"/>
              <a:ext cx="1974715" cy="769441"/>
            </a:xfrm>
            <a:prstGeom prst="rect">
              <a:avLst/>
            </a:prstGeom>
            <a:grpFill/>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Drug discovery</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30" name="Group 29">
            <a:extLst>
              <a:ext uri="{FF2B5EF4-FFF2-40B4-BE49-F238E27FC236}">
                <a16:creationId xmlns:a16="http://schemas.microsoft.com/office/drawing/2014/main" id="{E21B8346-E63C-C5A3-EACF-F6E384C10AFF}"/>
              </a:ext>
            </a:extLst>
          </p:cNvPr>
          <p:cNvGrpSpPr/>
          <p:nvPr/>
        </p:nvGrpSpPr>
        <p:grpSpPr>
          <a:xfrm>
            <a:off x="1303041" y="4458822"/>
            <a:ext cx="13665289" cy="1749395"/>
            <a:chOff x="1023147" y="4468401"/>
            <a:chExt cx="13665289" cy="1749395"/>
          </a:xfrm>
        </p:grpSpPr>
        <p:sp>
          <p:nvSpPr>
            <p:cNvPr id="32" name="Rectangle 31">
              <a:extLst>
                <a:ext uri="{FF2B5EF4-FFF2-40B4-BE49-F238E27FC236}">
                  <a16:creationId xmlns:a16="http://schemas.microsoft.com/office/drawing/2014/main" id="{5204B5EA-E6DB-1ED8-A357-1E6CAAD66340}"/>
                </a:ext>
              </a:extLst>
            </p:cNvPr>
            <p:cNvSpPr/>
            <p:nvPr/>
          </p:nvSpPr>
          <p:spPr>
            <a:xfrm>
              <a:off x="1023147" y="4468401"/>
              <a:ext cx="13665289" cy="1749395"/>
            </a:xfrm>
            <a:prstGeom prst="rect">
              <a:avLst/>
            </a:prstGeom>
            <a:noFill/>
            <a:ln w="38100">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219170"/>
              <a:endParaRPr lang="en-US" sz="2400">
                <a:solidFill>
                  <a:prstClr val="black"/>
                </a:solidFill>
              </a:endParaRPr>
            </a:p>
          </p:txBody>
        </p:sp>
        <p:sp>
          <p:nvSpPr>
            <p:cNvPr id="34" name="Rectangle 33">
              <a:extLst>
                <a:ext uri="{FF2B5EF4-FFF2-40B4-BE49-F238E27FC236}">
                  <a16:creationId xmlns:a16="http://schemas.microsoft.com/office/drawing/2014/main" id="{5D6CCF96-9C5D-BBF0-66BB-045CA090F81D}"/>
                </a:ext>
              </a:extLst>
            </p:cNvPr>
            <p:cNvSpPr/>
            <p:nvPr/>
          </p:nvSpPr>
          <p:spPr>
            <a:xfrm>
              <a:off x="1023148" y="4922791"/>
              <a:ext cx="13649918" cy="840615"/>
            </a:xfrm>
            <a:prstGeom prst="rect">
              <a:avLst/>
            </a:prstGeom>
          </p:spPr>
          <p:txBody>
            <a:bodyPr wrap="square" anchor="ctr">
              <a:spAutoFit/>
            </a:bodyPr>
            <a:lstStyle/>
            <a:p>
              <a:pPr algn="ctr">
                <a:lnSpc>
                  <a:spcPct val="114000"/>
                </a:lnSpc>
                <a:spcBef>
                  <a:spcPts val="1100"/>
                </a:spcBef>
              </a:pP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The transformer model is employed in automatic speech recognition systems to convert spoken language into written text.</a:t>
              </a:r>
            </a:p>
          </p:txBody>
        </p:sp>
      </p:grpSp>
      <p:pic>
        <p:nvPicPr>
          <p:cNvPr id="31" name="Picture 30">
            <a:extLst>
              <a:ext uri="{FF2B5EF4-FFF2-40B4-BE49-F238E27FC236}">
                <a16:creationId xmlns:a16="http://schemas.microsoft.com/office/drawing/2014/main" id="{33ABD2EB-2570-64C9-C2CF-798A59C64A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9320" y="1987993"/>
            <a:ext cx="752232" cy="744444"/>
          </a:xfrm>
          <a:prstGeom prst="rect">
            <a:avLst/>
          </a:prstGeom>
        </p:spPr>
      </p:pic>
      <p:sp>
        <p:nvSpPr>
          <p:cNvPr id="3" name="Isosceles Triangle 2">
            <a:extLst>
              <a:ext uri="{FF2B5EF4-FFF2-40B4-BE49-F238E27FC236}">
                <a16:creationId xmlns:a16="http://schemas.microsoft.com/office/drawing/2014/main" id="{99A4EFB8-A937-704D-4AE2-D3A80AF8B12D}"/>
              </a:ext>
            </a:extLst>
          </p:cNvPr>
          <p:cNvSpPr/>
          <p:nvPr/>
        </p:nvSpPr>
        <p:spPr>
          <a:xfrm>
            <a:off x="7942512" y="4180471"/>
            <a:ext cx="432408" cy="265811"/>
          </a:xfrm>
          <a:prstGeom prst="triangle">
            <a:avLst/>
          </a:prstGeom>
          <a:solidFill>
            <a:srgbClr val="AAD9F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 wrap="square" lIns="121920" tIns="60960" rIns="121920" bIns="60960" numCol="1" spcCol="0" rtlCol="0" fromWordArt="0" anchor="ctr" anchorCtr="0" forceAA="0" compatLnSpc="1">
            <a:prstTxWarp prst="textNoShape">
              <a:avLst/>
            </a:prstTxWarp>
            <a:noAutofit/>
          </a:bodyPr>
          <a:lstStyle/>
          <a:p>
            <a:pPr algn="ctr" defTabSz="1219261"/>
            <a:endParaRPr lang="en-US" sz="2400" b="1">
              <a:solidFill>
                <a:prstClr val="white"/>
              </a:solidFill>
            </a:endParaRPr>
          </a:p>
        </p:txBody>
      </p:sp>
    </p:spTree>
    <p:extLst>
      <p:ext uri="{BB962C8B-B14F-4D97-AF65-F5344CB8AC3E}">
        <p14:creationId xmlns:p14="http://schemas.microsoft.com/office/powerpoint/2010/main" val="3629232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Google Shape;341;p43">
            <a:extLst>
              <a:ext uri="{FF2B5EF4-FFF2-40B4-BE49-F238E27FC236}">
                <a16:creationId xmlns:a16="http://schemas.microsoft.com/office/drawing/2014/main" id="{3A4BE46E-ECC1-D262-5564-AD961E7F7A4B}"/>
              </a:ext>
            </a:extLst>
          </p:cNvPr>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Applications of Transformer Models</a:t>
            </a:r>
          </a:p>
        </p:txBody>
      </p:sp>
      <p:sp>
        <p:nvSpPr>
          <p:cNvPr id="22" name="Brandline_LVC">
            <a:extLst>
              <a:ext uri="{FF2B5EF4-FFF2-40B4-BE49-F238E27FC236}">
                <a16:creationId xmlns:a16="http://schemas.microsoft.com/office/drawing/2014/main" id="{D68C8B23-46E1-42D7-07EF-81A15E33EEA8}"/>
              </a:ext>
            </a:extLst>
          </p:cNvPr>
          <p:cNvSpPr/>
          <p:nvPr/>
        </p:nvSpPr>
        <p:spPr>
          <a:xfrm>
            <a:off x="4178300" y="816352"/>
            <a:ext cx="790059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3A58C64-A371-A6EA-D163-0E15D0801D7F}"/>
              </a:ext>
            </a:extLst>
          </p:cNvPr>
          <p:cNvGrpSpPr/>
          <p:nvPr/>
        </p:nvGrpSpPr>
        <p:grpSpPr>
          <a:xfrm>
            <a:off x="3641136" y="2272617"/>
            <a:ext cx="2764007" cy="1830904"/>
            <a:chOff x="471165" y="2481364"/>
            <a:chExt cx="2764007" cy="1830904"/>
          </a:xfrm>
        </p:grpSpPr>
        <p:sp>
          <p:nvSpPr>
            <p:cNvPr id="60" name="Pentagon 41">
              <a:extLst>
                <a:ext uri="{FF2B5EF4-FFF2-40B4-BE49-F238E27FC236}">
                  <a16:creationId xmlns:a16="http://schemas.microsoft.com/office/drawing/2014/main" id="{E6EBDB01-6633-1F22-3492-7FC35DA222AD}"/>
                </a:ext>
              </a:extLst>
            </p:cNvPr>
            <p:cNvSpPr/>
            <p:nvPr/>
          </p:nvSpPr>
          <p:spPr>
            <a:xfrm rot="16200000">
              <a:off x="942185" y="2010344"/>
              <a:ext cx="1821967" cy="2764007"/>
            </a:xfrm>
            <a:prstGeom prst="homePlate">
              <a:avLst/>
            </a:prstGeom>
            <a:solidFill>
              <a:srgbClr val="FFD5A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219170"/>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1" name="Pentagon 42">
              <a:extLst>
                <a:ext uri="{FF2B5EF4-FFF2-40B4-BE49-F238E27FC236}">
                  <a16:creationId xmlns:a16="http://schemas.microsoft.com/office/drawing/2014/main" id="{77829EFB-1991-B015-3832-BA7AB525C581}"/>
                </a:ext>
              </a:extLst>
            </p:cNvPr>
            <p:cNvSpPr/>
            <p:nvPr/>
          </p:nvSpPr>
          <p:spPr>
            <a:xfrm rot="16200000">
              <a:off x="1021128" y="2078712"/>
              <a:ext cx="1664083" cy="2644584"/>
            </a:xfrm>
            <a:prstGeom prst="homePlate">
              <a:avLst>
                <a:gd name="adj" fmla="val 51561"/>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2" name="Rectangle 61">
              <a:extLst>
                <a:ext uri="{FF2B5EF4-FFF2-40B4-BE49-F238E27FC236}">
                  <a16:creationId xmlns:a16="http://schemas.microsoft.com/office/drawing/2014/main" id="{8D14588A-CDA0-364E-359C-10D4E3F6EFD3}"/>
                </a:ext>
              </a:extLst>
            </p:cNvPr>
            <p:cNvSpPr/>
            <p:nvPr/>
          </p:nvSpPr>
          <p:spPr>
            <a:xfrm>
              <a:off x="986206" y="3204272"/>
              <a:ext cx="1733919" cy="1107996"/>
            </a:xfrm>
            <a:prstGeom prst="rect">
              <a:avLst/>
            </a:prstGeom>
          </p:spPr>
          <p:txBody>
            <a:bodyPr wrap="square">
              <a:spAutoFit/>
            </a:bodyPr>
            <a:lstStyle/>
            <a:p>
              <a:pPr algn="ct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Natural language processing</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8" name="Group 7">
            <a:extLst>
              <a:ext uri="{FF2B5EF4-FFF2-40B4-BE49-F238E27FC236}">
                <a16:creationId xmlns:a16="http://schemas.microsoft.com/office/drawing/2014/main" id="{4D431CD4-B3ED-5668-2AF2-059491DA6272}"/>
              </a:ext>
            </a:extLst>
          </p:cNvPr>
          <p:cNvGrpSpPr/>
          <p:nvPr/>
        </p:nvGrpSpPr>
        <p:grpSpPr>
          <a:xfrm>
            <a:off x="6784386" y="2272617"/>
            <a:ext cx="2764007" cy="1821967"/>
            <a:chOff x="3614413" y="2890797"/>
            <a:chExt cx="2764007" cy="1821967"/>
          </a:xfrm>
        </p:grpSpPr>
        <p:grpSp>
          <p:nvGrpSpPr>
            <p:cNvPr id="56" name="Group 55">
              <a:extLst>
                <a:ext uri="{FF2B5EF4-FFF2-40B4-BE49-F238E27FC236}">
                  <a16:creationId xmlns:a16="http://schemas.microsoft.com/office/drawing/2014/main" id="{751A4939-AF35-FE17-EE63-E86917A4563E}"/>
                </a:ext>
              </a:extLst>
            </p:cNvPr>
            <p:cNvGrpSpPr/>
            <p:nvPr/>
          </p:nvGrpSpPr>
          <p:grpSpPr>
            <a:xfrm>
              <a:off x="3614413" y="2890797"/>
              <a:ext cx="2764007" cy="1821967"/>
              <a:chOff x="3614413" y="2890797"/>
              <a:chExt cx="2764007" cy="1821967"/>
            </a:xfrm>
          </p:grpSpPr>
          <p:sp>
            <p:nvSpPr>
              <p:cNvPr id="58" name="Pentagon 47">
                <a:extLst>
                  <a:ext uri="{FF2B5EF4-FFF2-40B4-BE49-F238E27FC236}">
                    <a16:creationId xmlns:a16="http://schemas.microsoft.com/office/drawing/2014/main" id="{07EAB6E7-F133-D697-88AD-30E221C66B8C}"/>
                  </a:ext>
                </a:extLst>
              </p:cNvPr>
              <p:cNvSpPr/>
              <p:nvPr/>
            </p:nvSpPr>
            <p:spPr>
              <a:xfrm rot="16200000">
                <a:off x="4085433" y="2419777"/>
                <a:ext cx="1821967" cy="2764007"/>
              </a:xfrm>
              <a:prstGeom prst="homePlate">
                <a:avLst/>
              </a:prstGeom>
              <a:solidFill>
                <a:srgbClr val="AAD9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9" name="Pentagon 48">
                <a:extLst>
                  <a:ext uri="{FF2B5EF4-FFF2-40B4-BE49-F238E27FC236}">
                    <a16:creationId xmlns:a16="http://schemas.microsoft.com/office/drawing/2014/main" id="{95BA531D-0D94-E42A-BF69-11308D6C3872}"/>
                  </a:ext>
                </a:extLst>
              </p:cNvPr>
              <p:cNvSpPr/>
              <p:nvPr/>
            </p:nvSpPr>
            <p:spPr>
              <a:xfrm rot="16200000">
                <a:off x="4164375" y="2488146"/>
                <a:ext cx="1664083" cy="2644585"/>
              </a:xfrm>
              <a:prstGeom prst="homePlate">
                <a:avLst>
                  <a:gd name="adj" fmla="val 51561"/>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grpSp>
        <p:sp>
          <p:nvSpPr>
            <p:cNvPr id="57" name="Rectangle 56">
              <a:extLst>
                <a:ext uri="{FF2B5EF4-FFF2-40B4-BE49-F238E27FC236}">
                  <a16:creationId xmlns:a16="http://schemas.microsoft.com/office/drawing/2014/main" id="{9FEE5D1B-B6A2-ABE1-A73B-09AA6C6512FB}"/>
                </a:ext>
              </a:extLst>
            </p:cNvPr>
            <p:cNvSpPr/>
            <p:nvPr/>
          </p:nvSpPr>
          <p:spPr>
            <a:xfrm>
              <a:off x="4066337" y="3523227"/>
              <a:ext cx="1979575" cy="769441"/>
            </a:xfrm>
            <a:prstGeom prst="rect">
              <a:avLst/>
            </a:prstGeom>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Speech recognition</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1" name="Group 10">
            <a:extLst>
              <a:ext uri="{FF2B5EF4-FFF2-40B4-BE49-F238E27FC236}">
                <a16:creationId xmlns:a16="http://schemas.microsoft.com/office/drawing/2014/main" id="{1DF26901-7BB1-14F0-67C6-B275DA686CA9}"/>
              </a:ext>
            </a:extLst>
          </p:cNvPr>
          <p:cNvGrpSpPr/>
          <p:nvPr/>
        </p:nvGrpSpPr>
        <p:grpSpPr>
          <a:xfrm>
            <a:off x="9927636" y="2272617"/>
            <a:ext cx="2764007" cy="1821967"/>
            <a:chOff x="6757664" y="2890797"/>
            <a:chExt cx="2764007" cy="1821967"/>
          </a:xfrm>
        </p:grpSpPr>
        <p:sp>
          <p:nvSpPr>
            <p:cNvPr id="53" name="Pentagon 50">
              <a:extLst>
                <a:ext uri="{FF2B5EF4-FFF2-40B4-BE49-F238E27FC236}">
                  <a16:creationId xmlns:a16="http://schemas.microsoft.com/office/drawing/2014/main" id="{1EB8745C-F576-AB41-7596-8916C3D7AD4D}"/>
                </a:ext>
              </a:extLst>
            </p:cNvPr>
            <p:cNvSpPr/>
            <p:nvPr/>
          </p:nvSpPr>
          <p:spPr>
            <a:xfrm rot="16200000">
              <a:off x="7228684" y="2419777"/>
              <a:ext cx="1821967" cy="2764007"/>
            </a:xfrm>
            <a:prstGeom prst="homePlate">
              <a:avLst/>
            </a:prstGeom>
            <a:solidFill>
              <a:srgbClr val="FFC3B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4" name="Pentagon 51">
              <a:extLst>
                <a:ext uri="{FF2B5EF4-FFF2-40B4-BE49-F238E27FC236}">
                  <a16:creationId xmlns:a16="http://schemas.microsoft.com/office/drawing/2014/main" id="{1FC25D76-0D0F-4006-B94A-2AD09EA9A44B}"/>
                </a:ext>
              </a:extLst>
            </p:cNvPr>
            <p:cNvSpPr/>
            <p:nvPr/>
          </p:nvSpPr>
          <p:spPr>
            <a:xfrm rot="16200000">
              <a:off x="7307626" y="2488146"/>
              <a:ext cx="1664083" cy="2644584"/>
            </a:xfrm>
            <a:prstGeom prst="homePlate">
              <a:avLst>
                <a:gd name="adj" fmla="val 51561"/>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5" name="Rectangle 54">
              <a:extLst>
                <a:ext uri="{FF2B5EF4-FFF2-40B4-BE49-F238E27FC236}">
                  <a16:creationId xmlns:a16="http://schemas.microsoft.com/office/drawing/2014/main" id="{7E2960B2-511A-2E8C-E2C0-F19D57C5C7F1}"/>
                </a:ext>
              </a:extLst>
            </p:cNvPr>
            <p:cNvSpPr/>
            <p:nvPr/>
          </p:nvSpPr>
          <p:spPr>
            <a:xfrm>
              <a:off x="6861532" y="3853639"/>
              <a:ext cx="2556277" cy="430887"/>
            </a:xfrm>
            <a:prstGeom prst="rect">
              <a:avLst/>
            </a:prstGeom>
          </p:spPr>
          <p:txBody>
            <a:bodyPr wrap="non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Image recognition</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0" name="Group 19">
            <a:extLst>
              <a:ext uri="{FF2B5EF4-FFF2-40B4-BE49-F238E27FC236}">
                <a16:creationId xmlns:a16="http://schemas.microsoft.com/office/drawing/2014/main" id="{DD5335A7-ACAD-65B7-7E54-FD7005485194}"/>
              </a:ext>
            </a:extLst>
          </p:cNvPr>
          <p:cNvGrpSpPr/>
          <p:nvPr/>
        </p:nvGrpSpPr>
        <p:grpSpPr>
          <a:xfrm>
            <a:off x="3641136" y="6591613"/>
            <a:ext cx="2764007" cy="1821967"/>
            <a:chOff x="4996417" y="6591614"/>
            <a:chExt cx="2764007" cy="1821967"/>
          </a:xfrm>
          <a:solidFill>
            <a:schemeClr val="bg1">
              <a:lumMod val="85000"/>
            </a:schemeClr>
          </a:solidFill>
        </p:grpSpPr>
        <p:sp>
          <p:nvSpPr>
            <p:cNvPr id="44" name="Pentagon 79">
              <a:extLst>
                <a:ext uri="{FF2B5EF4-FFF2-40B4-BE49-F238E27FC236}">
                  <a16:creationId xmlns:a16="http://schemas.microsoft.com/office/drawing/2014/main" id="{76283BB3-033D-14C7-D30E-9BBCFEAC8A68}"/>
                </a:ext>
              </a:extLst>
            </p:cNvPr>
            <p:cNvSpPr/>
            <p:nvPr/>
          </p:nvSpPr>
          <p:spPr>
            <a:xfrm rot="5400000" flipV="1">
              <a:off x="5467437" y="6120594"/>
              <a:ext cx="1821967" cy="2764007"/>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Pentagon 80">
              <a:extLst>
                <a:ext uri="{FF2B5EF4-FFF2-40B4-BE49-F238E27FC236}">
                  <a16:creationId xmlns:a16="http://schemas.microsoft.com/office/drawing/2014/main" id="{5E796322-53A9-B255-851C-A4C8274A096B}"/>
                </a:ext>
              </a:extLst>
            </p:cNvPr>
            <p:cNvSpPr/>
            <p:nvPr/>
          </p:nvSpPr>
          <p:spPr>
            <a:xfrm rot="5400000" flipV="1">
              <a:off x="5546379" y="6171648"/>
              <a:ext cx="1664083" cy="2644584"/>
            </a:xfrm>
            <a:prstGeom prst="homePlate">
              <a:avLst>
                <a:gd name="adj" fmla="val 51561"/>
              </a:avLst>
            </a:prstGeom>
            <a:gr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6" name="Rectangle 45">
              <a:extLst>
                <a:ext uri="{FF2B5EF4-FFF2-40B4-BE49-F238E27FC236}">
                  <a16:creationId xmlns:a16="http://schemas.microsoft.com/office/drawing/2014/main" id="{C9148E30-7DC2-D3DD-6CC3-67689E85C0AC}"/>
                </a:ext>
              </a:extLst>
            </p:cNvPr>
            <p:cNvSpPr/>
            <p:nvPr/>
          </p:nvSpPr>
          <p:spPr>
            <a:xfrm>
              <a:off x="5296976" y="6906173"/>
              <a:ext cx="2146852" cy="769441"/>
            </a:xfrm>
            <a:prstGeom prst="rect">
              <a:avLst/>
            </a:prstGeom>
            <a:grpFill/>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Recommender systems</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1" name="Group 20">
            <a:extLst>
              <a:ext uri="{FF2B5EF4-FFF2-40B4-BE49-F238E27FC236}">
                <a16:creationId xmlns:a16="http://schemas.microsoft.com/office/drawing/2014/main" id="{E1B4E1B5-8CC9-78BA-EA9F-052CB8DA779A}"/>
              </a:ext>
            </a:extLst>
          </p:cNvPr>
          <p:cNvGrpSpPr/>
          <p:nvPr/>
        </p:nvGrpSpPr>
        <p:grpSpPr>
          <a:xfrm>
            <a:off x="6784384" y="6591613"/>
            <a:ext cx="2764007" cy="1821967"/>
            <a:chOff x="8139667" y="6591614"/>
            <a:chExt cx="2764007" cy="1821967"/>
          </a:xfrm>
        </p:grpSpPr>
        <p:sp>
          <p:nvSpPr>
            <p:cNvPr id="41" name="Pentagon 83">
              <a:extLst>
                <a:ext uri="{FF2B5EF4-FFF2-40B4-BE49-F238E27FC236}">
                  <a16:creationId xmlns:a16="http://schemas.microsoft.com/office/drawing/2014/main" id="{0D991847-9030-E8F5-331D-B5EC4BBB01B2}"/>
                </a:ext>
              </a:extLst>
            </p:cNvPr>
            <p:cNvSpPr/>
            <p:nvPr/>
          </p:nvSpPr>
          <p:spPr>
            <a:xfrm rot="5400000" flipV="1">
              <a:off x="8610687" y="6120594"/>
              <a:ext cx="1821967" cy="2764007"/>
            </a:xfrm>
            <a:prstGeom prst="homePlat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2" name="Pentagon 84">
              <a:extLst>
                <a:ext uri="{FF2B5EF4-FFF2-40B4-BE49-F238E27FC236}">
                  <a16:creationId xmlns:a16="http://schemas.microsoft.com/office/drawing/2014/main" id="{1817C8DF-B9F5-E8EB-95E8-A8F92B538BC3}"/>
                </a:ext>
              </a:extLst>
            </p:cNvPr>
            <p:cNvSpPr/>
            <p:nvPr/>
          </p:nvSpPr>
          <p:spPr>
            <a:xfrm rot="5400000" flipV="1">
              <a:off x="8689629" y="6171648"/>
              <a:ext cx="1664083" cy="2644584"/>
            </a:xfrm>
            <a:prstGeom prst="homePlate">
              <a:avLst>
                <a:gd name="adj" fmla="val 51561"/>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3" name="Rectangle 42">
              <a:extLst>
                <a:ext uri="{FF2B5EF4-FFF2-40B4-BE49-F238E27FC236}">
                  <a16:creationId xmlns:a16="http://schemas.microsoft.com/office/drawing/2014/main" id="{524909B6-E371-137B-5343-96744A412E27}"/>
                </a:ext>
              </a:extLst>
            </p:cNvPr>
            <p:cNvSpPr/>
            <p:nvPr/>
          </p:nvSpPr>
          <p:spPr>
            <a:xfrm>
              <a:off x="8366845" y="6872345"/>
              <a:ext cx="2309650" cy="769441"/>
            </a:xfrm>
            <a:prstGeom prst="rect">
              <a:avLst/>
            </a:prstGeom>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Reinforcement learning</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3" name="Group 22">
            <a:extLst>
              <a:ext uri="{FF2B5EF4-FFF2-40B4-BE49-F238E27FC236}">
                <a16:creationId xmlns:a16="http://schemas.microsoft.com/office/drawing/2014/main" id="{8D38D461-83AD-D8BD-532A-76969565968A}"/>
              </a:ext>
            </a:extLst>
          </p:cNvPr>
          <p:cNvGrpSpPr/>
          <p:nvPr/>
        </p:nvGrpSpPr>
        <p:grpSpPr>
          <a:xfrm>
            <a:off x="9927635" y="6591613"/>
            <a:ext cx="2764007" cy="1821967"/>
            <a:chOff x="11282917" y="6591613"/>
            <a:chExt cx="2764007" cy="1821967"/>
          </a:xfrm>
          <a:solidFill>
            <a:schemeClr val="accent6">
              <a:lumMod val="60000"/>
              <a:lumOff val="40000"/>
            </a:schemeClr>
          </a:solidFill>
        </p:grpSpPr>
        <p:sp>
          <p:nvSpPr>
            <p:cNvPr id="38" name="Pentagon 87">
              <a:extLst>
                <a:ext uri="{FF2B5EF4-FFF2-40B4-BE49-F238E27FC236}">
                  <a16:creationId xmlns:a16="http://schemas.microsoft.com/office/drawing/2014/main" id="{FC044EF1-1BCB-F98E-E818-5F5C655719C7}"/>
                </a:ext>
              </a:extLst>
            </p:cNvPr>
            <p:cNvSpPr/>
            <p:nvPr/>
          </p:nvSpPr>
          <p:spPr>
            <a:xfrm rot="5400000" flipV="1">
              <a:off x="11753937" y="6120593"/>
              <a:ext cx="1821967" cy="2764007"/>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9" name="Pentagon 88">
              <a:extLst>
                <a:ext uri="{FF2B5EF4-FFF2-40B4-BE49-F238E27FC236}">
                  <a16:creationId xmlns:a16="http://schemas.microsoft.com/office/drawing/2014/main" id="{629A1A3A-DB6A-F9EE-3077-FC60AB565891}"/>
                </a:ext>
              </a:extLst>
            </p:cNvPr>
            <p:cNvSpPr/>
            <p:nvPr/>
          </p:nvSpPr>
          <p:spPr>
            <a:xfrm rot="5400000" flipV="1">
              <a:off x="11832879" y="6171647"/>
              <a:ext cx="1664083" cy="2644584"/>
            </a:xfrm>
            <a:prstGeom prst="homePlate">
              <a:avLst>
                <a:gd name="adj" fmla="val 51561"/>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0" name="Rectangle 39">
              <a:extLst>
                <a:ext uri="{FF2B5EF4-FFF2-40B4-BE49-F238E27FC236}">
                  <a16:creationId xmlns:a16="http://schemas.microsoft.com/office/drawing/2014/main" id="{CF313C91-577C-5275-17FB-F4A0FB5F6D0E}"/>
                </a:ext>
              </a:extLst>
            </p:cNvPr>
            <p:cNvSpPr/>
            <p:nvPr/>
          </p:nvSpPr>
          <p:spPr>
            <a:xfrm>
              <a:off x="11677562" y="6872344"/>
              <a:ext cx="1974715" cy="769441"/>
            </a:xfrm>
            <a:prstGeom prst="rect">
              <a:avLst/>
            </a:prstGeom>
            <a:grpFill/>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Drug discovery</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30" name="Group 29">
            <a:extLst>
              <a:ext uri="{FF2B5EF4-FFF2-40B4-BE49-F238E27FC236}">
                <a16:creationId xmlns:a16="http://schemas.microsoft.com/office/drawing/2014/main" id="{E21B8346-E63C-C5A3-EACF-F6E384C10AFF}"/>
              </a:ext>
            </a:extLst>
          </p:cNvPr>
          <p:cNvGrpSpPr/>
          <p:nvPr/>
        </p:nvGrpSpPr>
        <p:grpSpPr>
          <a:xfrm>
            <a:off x="1272210" y="4459926"/>
            <a:ext cx="13676242" cy="1749395"/>
            <a:chOff x="1003270" y="4468401"/>
            <a:chExt cx="13676242" cy="1749395"/>
          </a:xfrm>
        </p:grpSpPr>
        <p:sp>
          <p:nvSpPr>
            <p:cNvPr id="32" name="Rectangle 31">
              <a:extLst>
                <a:ext uri="{FF2B5EF4-FFF2-40B4-BE49-F238E27FC236}">
                  <a16:creationId xmlns:a16="http://schemas.microsoft.com/office/drawing/2014/main" id="{5204B5EA-E6DB-1ED8-A357-1E6CAAD66340}"/>
                </a:ext>
              </a:extLst>
            </p:cNvPr>
            <p:cNvSpPr/>
            <p:nvPr/>
          </p:nvSpPr>
          <p:spPr>
            <a:xfrm>
              <a:off x="1003270" y="4468401"/>
              <a:ext cx="13676242" cy="1749395"/>
            </a:xfrm>
            <a:prstGeom prst="rect">
              <a:avLst/>
            </a:prstGeom>
            <a:noFill/>
            <a:ln w="3810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219170"/>
              <a:endParaRPr lang="en-US" sz="2400">
                <a:solidFill>
                  <a:prstClr val="black"/>
                </a:solidFill>
              </a:endParaRPr>
            </a:p>
          </p:txBody>
        </p:sp>
        <p:sp>
          <p:nvSpPr>
            <p:cNvPr id="34" name="Rectangle 33">
              <a:extLst>
                <a:ext uri="{FF2B5EF4-FFF2-40B4-BE49-F238E27FC236}">
                  <a16:creationId xmlns:a16="http://schemas.microsoft.com/office/drawing/2014/main" id="{5D6CCF96-9C5D-BBF0-66BB-045CA090F81D}"/>
                </a:ext>
              </a:extLst>
            </p:cNvPr>
            <p:cNvSpPr/>
            <p:nvPr/>
          </p:nvSpPr>
          <p:spPr>
            <a:xfrm>
              <a:off x="1038608" y="4922791"/>
              <a:ext cx="13640904" cy="840615"/>
            </a:xfrm>
            <a:prstGeom prst="rect">
              <a:avLst/>
            </a:prstGeom>
          </p:spPr>
          <p:txBody>
            <a:bodyPr wrap="square" anchor="ctr">
              <a:spAutoFit/>
            </a:bodyPr>
            <a:lstStyle/>
            <a:p>
              <a:pPr algn="ctr" defTabSz="1219170">
                <a:lnSpc>
                  <a:spcPct val="114000"/>
                </a:lnSpc>
                <a:spcBef>
                  <a:spcPts val="1100"/>
                </a:spcBef>
              </a:pP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The transformer model is adapted for computer vision tasks such as image classification, object detection, and image captioning.</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pic>
        <p:nvPicPr>
          <p:cNvPr id="31" name="Picture 30">
            <a:extLst>
              <a:ext uri="{FF2B5EF4-FFF2-40B4-BE49-F238E27FC236}">
                <a16:creationId xmlns:a16="http://schemas.microsoft.com/office/drawing/2014/main" id="{33ABD2EB-2570-64C9-C2CF-798A59C64A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71620" y="1987993"/>
            <a:ext cx="752232" cy="744444"/>
          </a:xfrm>
          <a:prstGeom prst="rect">
            <a:avLst/>
          </a:prstGeom>
        </p:spPr>
      </p:pic>
      <p:sp>
        <p:nvSpPr>
          <p:cNvPr id="4" name="Isosceles Triangle 3">
            <a:extLst>
              <a:ext uri="{FF2B5EF4-FFF2-40B4-BE49-F238E27FC236}">
                <a16:creationId xmlns:a16="http://schemas.microsoft.com/office/drawing/2014/main" id="{C5F374F7-2ACD-483F-2116-169A70C83F1A}"/>
              </a:ext>
            </a:extLst>
          </p:cNvPr>
          <p:cNvSpPr/>
          <p:nvPr/>
        </p:nvSpPr>
        <p:spPr>
          <a:xfrm>
            <a:off x="11104259" y="4200451"/>
            <a:ext cx="432408" cy="265811"/>
          </a:xfrm>
          <a:prstGeom prst="triangle">
            <a:avLst/>
          </a:prstGeom>
          <a:solidFill>
            <a:srgbClr val="FFC3B9"/>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 wrap="square" lIns="121920" tIns="60960" rIns="121920" bIns="60960" numCol="1" spcCol="0" rtlCol="0" fromWordArt="0" anchor="ctr" anchorCtr="0" forceAA="0" compatLnSpc="1">
            <a:prstTxWarp prst="textNoShape">
              <a:avLst/>
            </a:prstTxWarp>
            <a:noAutofit/>
          </a:bodyPr>
          <a:lstStyle/>
          <a:p>
            <a:pPr algn="ctr" defTabSz="1219261"/>
            <a:endParaRPr lang="en-US" sz="2400" b="1">
              <a:solidFill>
                <a:prstClr val="white"/>
              </a:solidFill>
            </a:endParaRPr>
          </a:p>
        </p:txBody>
      </p:sp>
    </p:spTree>
    <p:extLst>
      <p:ext uri="{BB962C8B-B14F-4D97-AF65-F5344CB8AC3E}">
        <p14:creationId xmlns:p14="http://schemas.microsoft.com/office/powerpoint/2010/main" val="2722441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Google Shape;341;p43">
            <a:extLst>
              <a:ext uri="{FF2B5EF4-FFF2-40B4-BE49-F238E27FC236}">
                <a16:creationId xmlns:a16="http://schemas.microsoft.com/office/drawing/2014/main" id="{3A4BE46E-ECC1-D262-5564-AD961E7F7A4B}"/>
              </a:ext>
            </a:extLst>
          </p:cNvPr>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Applications of Transformer Models</a:t>
            </a:r>
          </a:p>
        </p:txBody>
      </p:sp>
      <p:sp>
        <p:nvSpPr>
          <p:cNvPr id="22" name="Brandline_LVC">
            <a:extLst>
              <a:ext uri="{FF2B5EF4-FFF2-40B4-BE49-F238E27FC236}">
                <a16:creationId xmlns:a16="http://schemas.microsoft.com/office/drawing/2014/main" id="{D68C8B23-46E1-42D7-07EF-81A15E33EEA8}"/>
              </a:ext>
            </a:extLst>
          </p:cNvPr>
          <p:cNvSpPr/>
          <p:nvPr/>
        </p:nvSpPr>
        <p:spPr>
          <a:xfrm>
            <a:off x="4178300" y="816352"/>
            <a:ext cx="790059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3A58C64-A371-A6EA-D163-0E15D0801D7F}"/>
              </a:ext>
            </a:extLst>
          </p:cNvPr>
          <p:cNvGrpSpPr/>
          <p:nvPr/>
        </p:nvGrpSpPr>
        <p:grpSpPr>
          <a:xfrm>
            <a:off x="3641136" y="2272617"/>
            <a:ext cx="2764007" cy="1830904"/>
            <a:chOff x="471165" y="2481364"/>
            <a:chExt cx="2764007" cy="1830904"/>
          </a:xfrm>
        </p:grpSpPr>
        <p:sp>
          <p:nvSpPr>
            <p:cNvPr id="60" name="Pentagon 41">
              <a:extLst>
                <a:ext uri="{FF2B5EF4-FFF2-40B4-BE49-F238E27FC236}">
                  <a16:creationId xmlns:a16="http://schemas.microsoft.com/office/drawing/2014/main" id="{E6EBDB01-6633-1F22-3492-7FC35DA222AD}"/>
                </a:ext>
              </a:extLst>
            </p:cNvPr>
            <p:cNvSpPr/>
            <p:nvPr/>
          </p:nvSpPr>
          <p:spPr>
            <a:xfrm rot="16200000">
              <a:off x="942185" y="2010344"/>
              <a:ext cx="1821967" cy="2764007"/>
            </a:xfrm>
            <a:prstGeom prst="homePlate">
              <a:avLst/>
            </a:prstGeom>
            <a:solidFill>
              <a:srgbClr val="FFD5A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219170"/>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1" name="Pentagon 42">
              <a:extLst>
                <a:ext uri="{FF2B5EF4-FFF2-40B4-BE49-F238E27FC236}">
                  <a16:creationId xmlns:a16="http://schemas.microsoft.com/office/drawing/2014/main" id="{77829EFB-1991-B015-3832-BA7AB525C581}"/>
                </a:ext>
              </a:extLst>
            </p:cNvPr>
            <p:cNvSpPr/>
            <p:nvPr/>
          </p:nvSpPr>
          <p:spPr>
            <a:xfrm rot="16200000">
              <a:off x="1021128" y="2078712"/>
              <a:ext cx="1664083" cy="2644584"/>
            </a:xfrm>
            <a:prstGeom prst="homePlate">
              <a:avLst>
                <a:gd name="adj" fmla="val 51561"/>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2" name="Rectangle 61">
              <a:extLst>
                <a:ext uri="{FF2B5EF4-FFF2-40B4-BE49-F238E27FC236}">
                  <a16:creationId xmlns:a16="http://schemas.microsoft.com/office/drawing/2014/main" id="{8D14588A-CDA0-364E-359C-10D4E3F6EFD3}"/>
                </a:ext>
              </a:extLst>
            </p:cNvPr>
            <p:cNvSpPr/>
            <p:nvPr/>
          </p:nvSpPr>
          <p:spPr>
            <a:xfrm>
              <a:off x="986206" y="3204272"/>
              <a:ext cx="1733919" cy="1107996"/>
            </a:xfrm>
            <a:prstGeom prst="rect">
              <a:avLst/>
            </a:prstGeom>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Natural language processing</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8" name="Group 7">
            <a:extLst>
              <a:ext uri="{FF2B5EF4-FFF2-40B4-BE49-F238E27FC236}">
                <a16:creationId xmlns:a16="http://schemas.microsoft.com/office/drawing/2014/main" id="{4D431CD4-B3ED-5668-2AF2-059491DA6272}"/>
              </a:ext>
            </a:extLst>
          </p:cNvPr>
          <p:cNvGrpSpPr/>
          <p:nvPr/>
        </p:nvGrpSpPr>
        <p:grpSpPr>
          <a:xfrm>
            <a:off x="6784386" y="2272617"/>
            <a:ext cx="2764007" cy="1821967"/>
            <a:chOff x="3614413" y="2890797"/>
            <a:chExt cx="2764007" cy="1821967"/>
          </a:xfrm>
        </p:grpSpPr>
        <p:grpSp>
          <p:nvGrpSpPr>
            <p:cNvPr id="56" name="Group 55">
              <a:extLst>
                <a:ext uri="{FF2B5EF4-FFF2-40B4-BE49-F238E27FC236}">
                  <a16:creationId xmlns:a16="http://schemas.microsoft.com/office/drawing/2014/main" id="{751A4939-AF35-FE17-EE63-E86917A4563E}"/>
                </a:ext>
              </a:extLst>
            </p:cNvPr>
            <p:cNvGrpSpPr/>
            <p:nvPr/>
          </p:nvGrpSpPr>
          <p:grpSpPr>
            <a:xfrm>
              <a:off x="3614413" y="2890797"/>
              <a:ext cx="2764007" cy="1821967"/>
              <a:chOff x="3614413" y="2890797"/>
              <a:chExt cx="2764007" cy="1821967"/>
            </a:xfrm>
          </p:grpSpPr>
          <p:sp>
            <p:nvSpPr>
              <p:cNvPr id="58" name="Pentagon 47">
                <a:extLst>
                  <a:ext uri="{FF2B5EF4-FFF2-40B4-BE49-F238E27FC236}">
                    <a16:creationId xmlns:a16="http://schemas.microsoft.com/office/drawing/2014/main" id="{07EAB6E7-F133-D697-88AD-30E221C66B8C}"/>
                  </a:ext>
                </a:extLst>
              </p:cNvPr>
              <p:cNvSpPr/>
              <p:nvPr/>
            </p:nvSpPr>
            <p:spPr>
              <a:xfrm rot="16200000">
                <a:off x="4085433" y="2419777"/>
                <a:ext cx="1821967" cy="2764007"/>
              </a:xfrm>
              <a:prstGeom prst="homePlate">
                <a:avLst/>
              </a:prstGeom>
              <a:solidFill>
                <a:srgbClr val="AAD9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9" name="Pentagon 48">
                <a:extLst>
                  <a:ext uri="{FF2B5EF4-FFF2-40B4-BE49-F238E27FC236}">
                    <a16:creationId xmlns:a16="http://schemas.microsoft.com/office/drawing/2014/main" id="{95BA531D-0D94-E42A-BF69-11308D6C3872}"/>
                  </a:ext>
                </a:extLst>
              </p:cNvPr>
              <p:cNvSpPr/>
              <p:nvPr/>
            </p:nvSpPr>
            <p:spPr>
              <a:xfrm rot="16200000">
                <a:off x="4164375" y="2488146"/>
                <a:ext cx="1664083" cy="2644585"/>
              </a:xfrm>
              <a:prstGeom prst="homePlate">
                <a:avLst>
                  <a:gd name="adj" fmla="val 51561"/>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grpSp>
        <p:sp>
          <p:nvSpPr>
            <p:cNvPr id="57" name="Rectangle 56">
              <a:extLst>
                <a:ext uri="{FF2B5EF4-FFF2-40B4-BE49-F238E27FC236}">
                  <a16:creationId xmlns:a16="http://schemas.microsoft.com/office/drawing/2014/main" id="{9FEE5D1B-B6A2-ABE1-A73B-09AA6C6512FB}"/>
                </a:ext>
              </a:extLst>
            </p:cNvPr>
            <p:cNvSpPr/>
            <p:nvPr/>
          </p:nvSpPr>
          <p:spPr>
            <a:xfrm>
              <a:off x="4066337" y="3523227"/>
              <a:ext cx="1979575" cy="769441"/>
            </a:xfrm>
            <a:prstGeom prst="rect">
              <a:avLst/>
            </a:prstGeom>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Speech recognition</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1" name="Group 10">
            <a:extLst>
              <a:ext uri="{FF2B5EF4-FFF2-40B4-BE49-F238E27FC236}">
                <a16:creationId xmlns:a16="http://schemas.microsoft.com/office/drawing/2014/main" id="{1DF26901-7BB1-14F0-67C6-B275DA686CA9}"/>
              </a:ext>
            </a:extLst>
          </p:cNvPr>
          <p:cNvGrpSpPr/>
          <p:nvPr/>
        </p:nvGrpSpPr>
        <p:grpSpPr>
          <a:xfrm>
            <a:off x="9927636" y="2272617"/>
            <a:ext cx="2764007" cy="1821967"/>
            <a:chOff x="6757664" y="2890797"/>
            <a:chExt cx="2764007" cy="1821967"/>
          </a:xfrm>
        </p:grpSpPr>
        <p:sp>
          <p:nvSpPr>
            <p:cNvPr id="53" name="Pentagon 50">
              <a:extLst>
                <a:ext uri="{FF2B5EF4-FFF2-40B4-BE49-F238E27FC236}">
                  <a16:creationId xmlns:a16="http://schemas.microsoft.com/office/drawing/2014/main" id="{1EB8745C-F576-AB41-7596-8916C3D7AD4D}"/>
                </a:ext>
              </a:extLst>
            </p:cNvPr>
            <p:cNvSpPr/>
            <p:nvPr/>
          </p:nvSpPr>
          <p:spPr>
            <a:xfrm rot="16200000">
              <a:off x="7228684" y="2419777"/>
              <a:ext cx="1821967" cy="2764007"/>
            </a:xfrm>
            <a:prstGeom prst="homePlate">
              <a:avLst/>
            </a:prstGeom>
            <a:solidFill>
              <a:srgbClr val="FFC3B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4" name="Pentagon 51">
              <a:extLst>
                <a:ext uri="{FF2B5EF4-FFF2-40B4-BE49-F238E27FC236}">
                  <a16:creationId xmlns:a16="http://schemas.microsoft.com/office/drawing/2014/main" id="{1FC25D76-0D0F-4006-B94A-2AD09EA9A44B}"/>
                </a:ext>
              </a:extLst>
            </p:cNvPr>
            <p:cNvSpPr/>
            <p:nvPr/>
          </p:nvSpPr>
          <p:spPr>
            <a:xfrm rot="16200000">
              <a:off x="7307626" y="2488146"/>
              <a:ext cx="1664083" cy="2644584"/>
            </a:xfrm>
            <a:prstGeom prst="homePlate">
              <a:avLst>
                <a:gd name="adj" fmla="val 51561"/>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5" name="Rectangle 54">
              <a:extLst>
                <a:ext uri="{FF2B5EF4-FFF2-40B4-BE49-F238E27FC236}">
                  <a16:creationId xmlns:a16="http://schemas.microsoft.com/office/drawing/2014/main" id="{7E2960B2-511A-2E8C-E2C0-F19D57C5C7F1}"/>
                </a:ext>
              </a:extLst>
            </p:cNvPr>
            <p:cNvSpPr/>
            <p:nvPr/>
          </p:nvSpPr>
          <p:spPr>
            <a:xfrm>
              <a:off x="6861532" y="3853639"/>
              <a:ext cx="2556277" cy="430887"/>
            </a:xfrm>
            <a:prstGeom prst="rect">
              <a:avLst/>
            </a:prstGeom>
          </p:spPr>
          <p:txBody>
            <a:bodyPr wrap="non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Image recognition</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0" name="Group 19">
            <a:extLst>
              <a:ext uri="{FF2B5EF4-FFF2-40B4-BE49-F238E27FC236}">
                <a16:creationId xmlns:a16="http://schemas.microsoft.com/office/drawing/2014/main" id="{DD5335A7-ACAD-65B7-7E54-FD7005485194}"/>
              </a:ext>
            </a:extLst>
          </p:cNvPr>
          <p:cNvGrpSpPr/>
          <p:nvPr/>
        </p:nvGrpSpPr>
        <p:grpSpPr>
          <a:xfrm>
            <a:off x="3641136" y="6591613"/>
            <a:ext cx="2764007" cy="1821967"/>
            <a:chOff x="4996417" y="6591614"/>
            <a:chExt cx="2764007" cy="1821967"/>
          </a:xfrm>
          <a:solidFill>
            <a:schemeClr val="bg1">
              <a:lumMod val="85000"/>
            </a:schemeClr>
          </a:solidFill>
        </p:grpSpPr>
        <p:sp>
          <p:nvSpPr>
            <p:cNvPr id="44" name="Pentagon 79">
              <a:extLst>
                <a:ext uri="{FF2B5EF4-FFF2-40B4-BE49-F238E27FC236}">
                  <a16:creationId xmlns:a16="http://schemas.microsoft.com/office/drawing/2014/main" id="{76283BB3-033D-14C7-D30E-9BBCFEAC8A68}"/>
                </a:ext>
              </a:extLst>
            </p:cNvPr>
            <p:cNvSpPr/>
            <p:nvPr/>
          </p:nvSpPr>
          <p:spPr>
            <a:xfrm rot="5400000" flipV="1">
              <a:off x="5467437" y="6120594"/>
              <a:ext cx="1821967" cy="2764007"/>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Pentagon 80">
              <a:extLst>
                <a:ext uri="{FF2B5EF4-FFF2-40B4-BE49-F238E27FC236}">
                  <a16:creationId xmlns:a16="http://schemas.microsoft.com/office/drawing/2014/main" id="{5E796322-53A9-B255-851C-A4C8274A096B}"/>
                </a:ext>
              </a:extLst>
            </p:cNvPr>
            <p:cNvSpPr/>
            <p:nvPr/>
          </p:nvSpPr>
          <p:spPr>
            <a:xfrm rot="5400000" flipV="1">
              <a:off x="5546379" y="6171648"/>
              <a:ext cx="1664083" cy="2644584"/>
            </a:xfrm>
            <a:prstGeom prst="homePlate">
              <a:avLst>
                <a:gd name="adj" fmla="val 51561"/>
              </a:avLst>
            </a:prstGeom>
            <a:gr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6" name="Rectangle 45">
              <a:extLst>
                <a:ext uri="{FF2B5EF4-FFF2-40B4-BE49-F238E27FC236}">
                  <a16:creationId xmlns:a16="http://schemas.microsoft.com/office/drawing/2014/main" id="{C9148E30-7DC2-D3DD-6CC3-67689E85C0AC}"/>
                </a:ext>
              </a:extLst>
            </p:cNvPr>
            <p:cNvSpPr/>
            <p:nvPr/>
          </p:nvSpPr>
          <p:spPr>
            <a:xfrm>
              <a:off x="5296976" y="6906173"/>
              <a:ext cx="2146852" cy="769441"/>
            </a:xfrm>
            <a:prstGeom prst="rect">
              <a:avLst/>
            </a:prstGeom>
            <a:grpFill/>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Recommender systems</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1" name="Group 20">
            <a:extLst>
              <a:ext uri="{FF2B5EF4-FFF2-40B4-BE49-F238E27FC236}">
                <a16:creationId xmlns:a16="http://schemas.microsoft.com/office/drawing/2014/main" id="{E1B4E1B5-8CC9-78BA-EA9F-052CB8DA779A}"/>
              </a:ext>
            </a:extLst>
          </p:cNvPr>
          <p:cNvGrpSpPr/>
          <p:nvPr/>
        </p:nvGrpSpPr>
        <p:grpSpPr>
          <a:xfrm>
            <a:off x="6784384" y="6591613"/>
            <a:ext cx="2764007" cy="1821967"/>
            <a:chOff x="8139667" y="6591614"/>
            <a:chExt cx="2764007" cy="1821967"/>
          </a:xfrm>
        </p:grpSpPr>
        <p:sp>
          <p:nvSpPr>
            <p:cNvPr id="41" name="Pentagon 83">
              <a:extLst>
                <a:ext uri="{FF2B5EF4-FFF2-40B4-BE49-F238E27FC236}">
                  <a16:creationId xmlns:a16="http://schemas.microsoft.com/office/drawing/2014/main" id="{0D991847-9030-E8F5-331D-B5EC4BBB01B2}"/>
                </a:ext>
              </a:extLst>
            </p:cNvPr>
            <p:cNvSpPr/>
            <p:nvPr/>
          </p:nvSpPr>
          <p:spPr>
            <a:xfrm rot="5400000" flipV="1">
              <a:off x="8610687" y="6120594"/>
              <a:ext cx="1821967" cy="2764007"/>
            </a:xfrm>
            <a:prstGeom prst="homePlat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2" name="Pentagon 84">
              <a:extLst>
                <a:ext uri="{FF2B5EF4-FFF2-40B4-BE49-F238E27FC236}">
                  <a16:creationId xmlns:a16="http://schemas.microsoft.com/office/drawing/2014/main" id="{1817C8DF-B9F5-E8EB-95E8-A8F92B538BC3}"/>
                </a:ext>
              </a:extLst>
            </p:cNvPr>
            <p:cNvSpPr/>
            <p:nvPr/>
          </p:nvSpPr>
          <p:spPr>
            <a:xfrm rot="5400000" flipV="1">
              <a:off x="8689629" y="6171648"/>
              <a:ext cx="1664083" cy="2644584"/>
            </a:xfrm>
            <a:prstGeom prst="homePlate">
              <a:avLst>
                <a:gd name="adj" fmla="val 51561"/>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3" name="Rectangle 42">
              <a:extLst>
                <a:ext uri="{FF2B5EF4-FFF2-40B4-BE49-F238E27FC236}">
                  <a16:creationId xmlns:a16="http://schemas.microsoft.com/office/drawing/2014/main" id="{524909B6-E371-137B-5343-96744A412E27}"/>
                </a:ext>
              </a:extLst>
            </p:cNvPr>
            <p:cNvSpPr/>
            <p:nvPr/>
          </p:nvSpPr>
          <p:spPr>
            <a:xfrm>
              <a:off x="8366845" y="6872345"/>
              <a:ext cx="2309650" cy="769441"/>
            </a:xfrm>
            <a:prstGeom prst="rect">
              <a:avLst/>
            </a:prstGeom>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Reinforcement learning</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3" name="Group 22">
            <a:extLst>
              <a:ext uri="{FF2B5EF4-FFF2-40B4-BE49-F238E27FC236}">
                <a16:creationId xmlns:a16="http://schemas.microsoft.com/office/drawing/2014/main" id="{8D38D461-83AD-D8BD-532A-76969565968A}"/>
              </a:ext>
            </a:extLst>
          </p:cNvPr>
          <p:cNvGrpSpPr/>
          <p:nvPr/>
        </p:nvGrpSpPr>
        <p:grpSpPr>
          <a:xfrm>
            <a:off x="9927635" y="6591613"/>
            <a:ext cx="2764007" cy="1821967"/>
            <a:chOff x="11282917" y="6591613"/>
            <a:chExt cx="2764007" cy="1821967"/>
          </a:xfrm>
          <a:solidFill>
            <a:schemeClr val="accent6">
              <a:lumMod val="60000"/>
              <a:lumOff val="40000"/>
            </a:schemeClr>
          </a:solidFill>
        </p:grpSpPr>
        <p:sp>
          <p:nvSpPr>
            <p:cNvPr id="38" name="Pentagon 87">
              <a:extLst>
                <a:ext uri="{FF2B5EF4-FFF2-40B4-BE49-F238E27FC236}">
                  <a16:creationId xmlns:a16="http://schemas.microsoft.com/office/drawing/2014/main" id="{FC044EF1-1BCB-F98E-E818-5F5C655719C7}"/>
                </a:ext>
              </a:extLst>
            </p:cNvPr>
            <p:cNvSpPr/>
            <p:nvPr/>
          </p:nvSpPr>
          <p:spPr>
            <a:xfrm rot="5400000" flipV="1">
              <a:off x="11753937" y="6120593"/>
              <a:ext cx="1821967" cy="2764007"/>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9" name="Pentagon 88">
              <a:extLst>
                <a:ext uri="{FF2B5EF4-FFF2-40B4-BE49-F238E27FC236}">
                  <a16:creationId xmlns:a16="http://schemas.microsoft.com/office/drawing/2014/main" id="{629A1A3A-DB6A-F9EE-3077-FC60AB565891}"/>
                </a:ext>
              </a:extLst>
            </p:cNvPr>
            <p:cNvSpPr/>
            <p:nvPr/>
          </p:nvSpPr>
          <p:spPr>
            <a:xfrm rot="5400000" flipV="1">
              <a:off x="11832879" y="6171647"/>
              <a:ext cx="1664083" cy="2644584"/>
            </a:xfrm>
            <a:prstGeom prst="homePlate">
              <a:avLst>
                <a:gd name="adj" fmla="val 51561"/>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0" name="Rectangle 39">
              <a:extLst>
                <a:ext uri="{FF2B5EF4-FFF2-40B4-BE49-F238E27FC236}">
                  <a16:creationId xmlns:a16="http://schemas.microsoft.com/office/drawing/2014/main" id="{CF313C91-577C-5275-17FB-F4A0FB5F6D0E}"/>
                </a:ext>
              </a:extLst>
            </p:cNvPr>
            <p:cNvSpPr/>
            <p:nvPr/>
          </p:nvSpPr>
          <p:spPr>
            <a:xfrm>
              <a:off x="11677562" y="6872344"/>
              <a:ext cx="1974715" cy="769441"/>
            </a:xfrm>
            <a:prstGeom prst="rect">
              <a:avLst/>
            </a:prstGeom>
            <a:grpFill/>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Drug discovery</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30" name="Group 29">
            <a:extLst>
              <a:ext uri="{FF2B5EF4-FFF2-40B4-BE49-F238E27FC236}">
                <a16:creationId xmlns:a16="http://schemas.microsoft.com/office/drawing/2014/main" id="{E21B8346-E63C-C5A3-EACF-F6E384C10AFF}"/>
              </a:ext>
            </a:extLst>
          </p:cNvPr>
          <p:cNvGrpSpPr/>
          <p:nvPr/>
        </p:nvGrpSpPr>
        <p:grpSpPr>
          <a:xfrm>
            <a:off x="1292087" y="4460887"/>
            <a:ext cx="13696122" cy="1749395"/>
            <a:chOff x="1023147" y="4468401"/>
            <a:chExt cx="13696122" cy="1749395"/>
          </a:xfrm>
        </p:grpSpPr>
        <p:sp>
          <p:nvSpPr>
            <p:cNvPr id="32" name="Rectangle 31">
              <a:extLst>
                <a:ext uri="{FF2B5EF4-FFF2-40B4-BE49-F238E27FC236}">
                  <a16:creationId xmlns:a16="http://schemas.microsoft.com/office/drawing/2014/main" id="{5204B5EA-E6DB-1ED8-A357-1E6CAAD66340}"/>
                </a:ext>
              </a:extLst>
            </p:cNvPr>
            <p:cNvSpPr/>
            <p:nvPr/>
          </p:nvSpPr>
          <p:spPr>
            <a:xfrm>
              <a:off x="1023147" y="4468401"/>
              <a:ext cx="13696122" cy="1749395"/>
            </a:xfrm>
            <a:prstGeom prst="rect">
              <a:avLst/>
            </a:prstGeom>
            <a:no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219170"/>
              <a:endParaRPr lang="en-US" sz="2400">
                <a:solidFill>
                  <a:prstClr val="black"/>
                </a:solidFill>
              </a:endParaRPr>
            </a:p>
          </p:txBody>
        </p:sp>
        <p:sp>
          <p:nvSpPr>
            <p:cNvPr id="34" name="Rectangle 33">
              <a:extLst>
                <a:ext uri="{FF2B5EF4-FFF2-40B4-BE49-F238E27FC236}">
                  <a16:creationId xmlns:a16="http://schemas.microsoft.com/office/drawing/2014/main" id="{5D6CCF96-9C5D-BBF0-66BB-045CA090F81D}"/>
                </a:ext>
              </a:extLst>
            </p:cNvPr>
            <p:cNvSpPr/>
            <p:nvPr/>
          </p:nvSpPr>
          <p:spPr>
            <a:xfrm>
              <a:off x="1023148" y="4922791"/>
              <a:ext cx="13671826" cy="840615"/>
            </a:xfrm>
            <a:prstGeom prst="rect">
              <a:avLst/>
            </a:prstGeom>
          </p:spPr>
          <p:txBody>
            <a:bodyPr wrap="square" anchor="ctr">
              <a:spAutoFit/>
            </a:bodyPr>
            <a:lstStyle/>
            <a:p>
              <a:pPr algn="ctr">
                <a:lnSpc>
                  <a:spcPct val="114000"/>
                </a:lnSpc>
                <a:spcBef>
                  <a:spcPts val="1100"/>
                </a:spcBef>
              </a:pP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The transformer model is applied in recommendation systems to provide personalized recommendations based on user preferences and behavior.</a:t>
              </a:r>
            </a:p>
          </p:txBody>
        </p:sp>
      </p:grpSp>
      <p:pic>
        <p:nvPicPr>
          <p:cNvPr id="2" name="Picture 1">
            <a:extLst>
              <a:ext uri="{FF2B5EF4-FFF2-40B4-BE49-F238E27FC236}">
                <a16:creationId xmlns:a16="http://schemas.microsoft.com/office/drawing/2014/main" id="{2DA6A3F4-DD6D-835E-B2E0-B86821DBA1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09096" y="8032529"/>
            <a:ext cx="752232" cy="744444"/>
          </a:xfrm>
          <a:prstGeom prst="rect">
            <a:avLst/>
          </a:prstGeom>
        </p:spPr>
      </p:pic>
      <p:sp>
        <p:nvSpPr>
          <p:cNvPr id="6" name="Isosceles Triangle 5">
            <a:extLst>
              <a:ext uri="{FF2B5EF4-FFF2-40B4-BE49-F238E27FC236}">
                <a16:creationId xmlns:a16="http://schemas.microsoft.com/office/drawing/2014/main" id="{685E8EE3-BD85-B93F-77D2-0DB4FDE6BC80}"/>
              </a:ext>
            </a:extLst>
          </p:cNvPr>
          <p:cNvSpPr/>
          <p:nvPr/>
        </p:nvSpPr>
        <p:spPr>
          <a:xfrm rot="10800000">
            <a:off x="4828715" y="6210282"/>
            <a:ext cx="432408" cy="265811"/>
          </a:xfrm>
          <a:prstGeom prst="triangle">
            <a:avLst/>
          </a:prstGeom>
          <a:solidFill>
            <a:srgbClr val="D9D9D9"/>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 wrap="square" lIns="121920" tIns="60960" rIns="121920" bIns="60960" numCol="1" spcCol="0" rtlCol="0" fromWordArt="0" anchor="ctr" anchorCtr="0" forceAA="0" compatLnSpc="1">
            <a:prstTxWarp prst="textNoShape">
              <a:avLst/>
            </a:prstTxWarp>
            <a:noAutofit/>
          </a:bodyPr>
          <a:lstStyle/>
          <a:p>
            <a:pPr algn="ctr" defTabSz="1219261"/>
            <a:endParaRPr lang="en-US" sz="2400" b="1">
              <a:solidFill>
                <a:prstClr val="white"/>
              </a:solidFill>
            </a:endParaRPr>
          </a:p>
        </p:txBody>
      </p:sp>
    </p:spTree>
    <p:extLst>
      <p:ext uri="{BB962C8B-B14F-4D97-AF65-F5344CB8AC3E}">
        <p14:creationId xmlns:p14="http://schemas.microsoft.com/office/powerpoint/2010/main" val="2566290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Google Shape;341;p43">
            <a:extLst>
              <a:ext uri="{FF2B5EF4-FFF2-40B4-BE49-F238E27FC236}">
                <a16:creationId xmlns:a16="http://schemas.microsoft.com/office/drawing/2014/main" id="{3A4BE46E-ECC1-D262-5564-AD961E7F7A4B}"/>
              </a:ext>
            </a:extLst>
          </p:cNvPr>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Applications of Transformer Models</a:t>
            </a:r>
          </a:p>
        </p:txBody>
      </p:sp>
      <p:sp>
        <p:nvSpPr>
          <p:cNvPr id="22" name="Brandline_LVC">
            <a:extLst>
              <a:ext uri="{FF2B5EF4-FFF2-40B4-BE49-F238E27FC236}">
                <a16:creationId xmlns:a16="http://schemas.microsoft.com/office/drawing/2014/main" id="{D68C8B23-46E1-42D7-07EF-81A15E33EEA8}"/>
              </a:ext>
            </a:extLst>
          </p:cNvPr>
          <p:cNvSpPr/>
          <p:nvPr/>
        </p:nvSpPr>
        <p:spPr>
          <a:xfrm>
            <a:off x="4178300" y="816352"/>
            <a:ext cx="790059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3A58C64-A371-A6EA-D163-0E15D0801D7F}"/>
              </a:ext>
            </a:extLst>
          </p:cNvPr>
          <p:cNvGrpSpPr/>
          <p:nvPr/>
        </p:nvGrpSpPr>
        <p:grpSpPr>
          <a:xfrm>
            <a:off x="3641136" y="2272617"/>
            <a:ext cx="2764007" cy="1830904"/>
            <a:chOff x="471165" y="2481364"/>
            <a:chExt cx="2764007" cy="1830904"/>
          </a:xfrm>
        </p:grpSpPr>
        <p:sp>
          <p:nvSpPr>
            <p:cNvPr id="60" name="Pentagon 41">
              <a:extLst>
                <a:ext uri="{FF2B5EF4-FFF2-40B4-BE49-F238E27FC236}">
                  <a16:creationId xmlns:a16="http://schemas.microsoft.com/office/drawing/2014/main" id="{E6EBDB01-6633-1F22-3492-7FC35DA222AD}"/>
                </a:ext>
              </a:extLst>
            </p:cNvPr>
            <p:cNvSpPr/>
            <p:nvPr/>
          </p:nvSpPr>
          <p:spPr>
            <a:xfrm rot="16200000">
              <a:off x="942185" y="2010344"/>
              <a:ext cx="1821967" cy="2764007"/>
            </a:xfrm>
            <a:prstGeom prst="homePlate">
              <a:avLst/>
            </a:prstGeom>
            <a:solidFill>
              <a:srgbClr val="FFD5A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219170"/>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1" name="Pentagon 42">
              <a:extLst>
                <a:ext uri="{FF2B5EF4-FFF2-40B4-BE49-F238E27FC236}">
                  <a16:creationId xmlns:a16="http://schemas.microsoft.com/office/drawing/2014/main" id="{77829EFB-1991-B015-3832-BA7AB525C581}"/>
                </a:ext>
              </a:extLst>
            </p:cNvPr>
            <p:cNvSpPr/>
            <p:nvPr/>
          </p:nvSpPr>
          <p:spPr>
            <a:xfrm rot="16200000">
              <a:off x="1021128" y="2078712"/>
              <a:ext cx="1664083" cy="2644584"/>
            </a:xfrm>
            <a:prstGeom prst="homePlate">
              <a:avLst>
                <a:gd name="adj" fmla="val 51561"/>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2" name="Rectangle 61">
              <a:extLst>
                <a:ext uri="{FF2B5EF4-FFF2-40B4-BE49-F238E27FC236}">
                  <a16:creationId xmlns:a16="http://schemas.microsoft.com/office/drawing/2014/main" id="{8D14588A-CDA0-364E-359C-10D4E3F6EFD3}"/>
                </a:ext>
              </a:extLst>
            </p:cNvPr>
            <p:cNvSpPr/>
            <p:nvPr/>
          </p:nvSpPr>
          <p:spPr>
            <a:xfrm>
              <a:off x="986206" y="3204272"/>
              <a:ext cx="1733919" cy="1107996"/>
            </a:xfrm>
            <a:prstGeom prst="rect">
              <a:avLst/>
            </a:prstGeom>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Natural language processing</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8" name="Group 7">
            <a:extLst>
              <a:ext uri="{FF2B5EF4-FFF2-40B4-BE49-F238E27FC236}">
                <a16:creationId xmlns:a16="http://schemas.microsoft.com/office/drawing/2014/main" id="{4D431CD4-B3ED-5668-2AF2-059491DA6272}"/>
              </a:ext>
            </a:extLst>
          </p:cNvPr>
          <p:cNvGrpSpPr/>
          <p:nvPr/>
        </p:nvGrpSpPr>
        <p:grpSpPr>
          <a:xfrm>
            <a:off x="6784386" y="2272617"/>
            <a:ext cx="2764007" cy="1821967"/>
            <a:chOff x="3614413" y="2890797"/>
            <a:chExt cx="2764007" cy="1821967"/>
          </a:xfrm>
        </p:grpSpPr>
        <p:grpSp>
          <p:nvGrpSpPr>
            <p:cNvPr id="56" name="Group 55">
              <a:extLst>
                <a:ext uri="{FF2B5EF4-FFF2-40B4-BE49-F238E27FC236}">
                  <a16:creationId xmlns:a16="http://schemas.microsoft.com/office/drawing/2014/main" id="{751A4939-AF35-FE17-EE63-E86917A4563E}"/>
                </a:ext>
              </a:extLst>
            </p:cNvPr>
            <p:cNvGrpSpPr/>
            <p:nvPr/>
          </p:nvGrpSpPr>
          <p:grpSpPr>
            <a:xfrm>
              <a:off x="3614413" y="2890797"/>
              <a:ext cx="2764007" cy="1821967"/>
              <a:chOff x="3614413" y="2890797"/>
              <a:chExt cx="2764007" cy="1821967"/>
            </a:xfrm>
          </p:grpSpPr>
          <p:sp>
            <p:nvSpPr>
              <p:cNvPr id="58" name="Pentagon 47">
                <a:extLst>
                  <a:ext uri="{FF2B5EF4-FFF2-40B4-BE49-F238E27FC236}">
                    <a16:creationId xmlns:a16="http://schemas.microsoft.com/office/drawing/2014/main" id="{07EAB6E7-F133-D697-88AD-30E221C66B8C}"/>
                  </a:ext>
                </a:extLst>
              </p:cNvPr>
              <p:cNvSpPr/>
              <p:nvPr/>
            </p:nvSpPr>
            <p:spPr>
              <a:xfrm rot="16200000">
                <a:off x="4085433" y="2419777"/>
                <a:ext cx="1821967" cy="2764007"/>
              </a:xfrm>
              <a:prstGeom prst="homePlate">
                <a:avLst/>
              </a:prstGeom>
              <a:solidFill>
                <a:srgbClr val="AAD9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9" name="Pentagon 48">
                <a:extLst>
                  <a:ext uri="{FF2B5EF4-FFF2-40B4-BE49-F238E27FC236}">
                    <a16:creationId xmlns:a16="http://schemas.microsoft.com/office/drawing/2014/main" id="{95BA531D-0D94-E42A-BF69-11308D6C3872}"/>
                  </a:ext>
                </a:extLst>
              </p:cNvPr>
              <p:cNvSpPr/>
              <p:nvPr/>
            </p:nvSpPr>
            <p:spPr>
              <a:xfrm rot="16200000">
                <a:off x="4164375" y="2488146"/>
                <a:ext cx="1664083" cy="2644585"/>
              </a:xfrm>
              <a:prstGeom prst="homePlate">
                <a:avLst>
                  <a:gd name="adj" fmla="val 51561"/>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grpSp>
        <p:sp>
          <p:nvSpPr>
            <p:cNvPr id="57" name="Rectangle 56">
              <a:extLst>
                <a:ext uri="{FF2B5EF4-FFF2-40B4-BE49-F238E27FC236}">
                  <a16:creationId xmlns:a16="http://schemas.microsoft.com/office/drawing/2014/main" id="{9FEE5D1B-B6A2-ABE1-A73B-09AA6C6512FB}"/>
                </a:ext>
              </a:extLst>
            </p:cNvPr>
            <p:cNvSpPr/>
            <p:nvPr/>
          </p:nvSpPr>
          <p:spPr>
            <a:xfrm>
              <a:off x="4066337" y="3523227"/>
              <a:ext cx="1979575" cy="769441"/>
            </a:xfrm>
            <a:prstGeom prst="rect">
              <a:avLst/>
            </a:prstGeom>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Speech recognition</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1" name="Group 10">
            <a:extLst>
              <a:ext uri="{FF2B5EF4-FFF2-40B4-BE49-F238E27FC236}">
                <a16:creationId xmlns:a16="http://schemas.microsoft.com/office/drawing/2014/main" id="{1DF26901-7BB1-14F0-67C6-B275DA686CA9}"/>
              </a:ext>
            </a:extLst>
          </p:cNvPr>
          <p:cNvGrpSpPr/>
          <p:nvPr/>
        </p:nvGrpSpPr>
        <p:grpSpPr>
          <a:xfrm>
            <a:off x="9927636" y="2272617"/>
            <a:ext cx="2764007" cy="1821967"/>
            <a:chOff x="6757664" y="2890797"/>
            <a:chExt cx="2764007" cy="1821967"/>
          </a:xfrm>
        </p:grpSpPr>
        <p:sp>
          <p:nvSpPr>
            <p:cNvPr id="53" name="Pentagon 50">
              <a:extLst>
                <a:ext uri="{FF2B5EF4-FFF2-40B4-BE49-F238E27FC236}">
                  <a16:creationId xmlns:a16="http://schemas.microsoft.com/office/drawing/2014/main" id="{1EB8745C-F576-AB41-7596-8916C3D7AD4D}"/>
                </a:ext>
              </a:extLst>
            </p:cNvPr>
            <p:cNvSpPr/>
            <p:nvPr/>
          </p:nvSpPr>
          <p:spPr>
            <a:xfrm rot="16200000">
              <a:off x="7228684" y="2419777"/>
              <a:ext cx="1821967" cy="2764007"/>
            </a:xfrm>
            <a:prstGeom prst="homePlate">
              <a:avLst/>
            </a:prstGeom>
            <a:solidFill>
              <a:srgbClr val="FFC3B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4" name="Pentagon 51">
              <a:extLst>
                <a:ext uri="{FF2B5EF4-FFF2-40B4-BE49-F238E27FC236}">
                  <a16:creationId xmlns:a16="http://schemas.microsoft.com/office/drawing/2014/main" id="{1FC25D76-0D0F-4006-B94A-2AD09EA9A44B}"/>
                </a:ext>
              </a:extLst>
            </p:cNvPr>
            <p:cNvSpPr/>
            <p:nvPr/>
          </p:nvSpPr>
          <p:spPr>
            <a:xfrm rot="16200000">
              <a:off x="7307626" y="2488146"/>
              <a:ext cx="1664083" cy="2644584"/>
            </a:xfrm>
            <a:prstGeom prst="homePlate">
              <a:avLst>
                <a:gd name="adj" fmla="val 51561"/>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5" name="Rectangle 54">
              <a:extLst>
                <a:ext uri="{FF2B5EF4-FFF2-40B4-BE49-F238E27FC236}">
                  <a16:creationId xmlns:a16="http://schemas.microsoft.com/office/drawing/2014/main" id="{7E2960B2-511A-2E8C-E2C0-F19D57C5C7F1}"/>
                </a:ext>
              </a:extLst>
            </p:cNvPr>
            <p:cNvSpPr/>
            <p:nvPr/>
          </p:nvSpPr>
          <p:spPr>
            <a:xfrm>
              <a:off x="6861532" y="3853639"/>
              <a:ext cx="2556277" cy="430887"/>
            </a:xfrm>
            <a:prstGeom prst="rect">
              <a:avLst/>
            </a:prstGeom>
          </p:spPr>
          <p:txBody>
            <a:bodyPr wrap="non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Image recognition</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0" name="Group 19">
            <a:extLst>
              <a:ext uri="{FF2B5EF4-FFF2-40B4-BE49-F238E27FC236}">
                <a16:creationId xmlns:a16="http://schemas.microsoft.com/office/drawing/2014/main" id="{DD5335A7-ACAD-65B7-7E54-FD7005485194}"/>
              </a:ext>
            </a:extLst>
          </p:cNvPr>
          <p:cNvGrpSpPr/>
          <p:nvPr/>
        </p:nvGrpSpPr>
        <p:grpSpPr>
          <a:xfrm>
            <a:off x="3641136" y="6591613"/>
            <a:ext cx="2764007" cy="1821967"/>
            <a:chOff x="4996417" y="6591614"/>
            <a:chExt cx="2764007" cy="1821967"/>
          </a:xfrm>
          <a:solidFill>
            <a:schemeClr val="bg1">
              <a:lumMod val="85000"/>
            </a:schemeClr>
          </a:solidFill>
        </p:grpSpPr>
        <p:sp>
          <p:nvSpPr>
            <p:cNvPr id="44" name="Pentagon 79">
              <a:extLst>
                <a:ext uri="{FF2B5EF4-FFF2-40B4-BE49-F238E27FC236}">
                  <a16:creationId xmlns:a16="http://schemas.microsoft.com/office/drawing/2014/main" id="{76283BB3-033D-14C7-D30E-9BBCFEAC8A68}"/>
                </a:ext>
              </a:extLst>
            </p:cNvPr>
            <p:cNvSpPr/>
            <p:nvPr/>
          </p:nvSpPr>
          <p:spPr>
            <a:xfrm rot="5400000" flipV="1">
              <a:off x="5467437" y="6120594"/>
              <a:ext cx="1821967" cy="2764007"/>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Pentagon 80">
              <a:extLst>
                <a:ext uri="{FF2B5EF4-FFF2-40B4-BE49-F238E27FC236}">
                  <a16:creationId xmlns:a16="http://schemas.microsoft.com/office/drawing/2014/main" id="{5E796322-53A9-B255-851C-A4C8274A096B}"/>
                </a:ext>
              </a:extLst>
            </p:cNvPr>
            <p:cNvSpPr/>
            <p:nvPr/>
          </p:nvSpPr>
          <p:spPr>
            <a:xfrm rot="5400000" flipV="1">
              <a:off x="5546379" y="6171648"/>
              <a:ext cx="1664083" cy="2644584"/>
            </a:xfrm>
            <a:prstGeom prst="homePlate">
              <a:avLst>
                <a:gd name="adj" fmla="val 51561"/>
              </a:avLst>
            </a:prstGeom>
            <a:gr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6" name="Rectangle 45">
              <a:extLst>
                <a:ext uri="{FF2B5EF4-FFF2-40B4-BE49-F238E27FC236}">
                  <a16:creationId xmlns:a16="http://schemas.microsoft.com/office/drawing/2014/main" id="{C9148E30-7DC2-D3DD-6CC3-67689E85C0AC}"/>
                </a:ext>
              </a:extLst>
            </p:cNvPr>
            <p:cNvSpPr/>
            <p:nvPr/>
          </p:nvSpPr>
          <p:spPr>
            <a:xfrm>
              <a:off x="5296976" y="6906173"/>
              <a:ext cx="2146852" cy="769441"/>
            </a:xfrm>
            <a:prstGeom prst="rect">
              <a:avLst/>
            </a:prstGeom>
            <a:grpFill/>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Recommender systems</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1" name="Group 20">
            <a:extLst>
              <a:ext uri="{FF2B5EF4-FFF2-40B4-BE49-F238E27FC236}">
                <a16:creationId xmlns:a16="http://schemas.microsoft.com/office/drawing/2014/main" id="{E1B4E1B5-8CC9-78BA-EA9F-052CB8DA779A}"/>
              </a:ext>
            </a:extLst>
          </p:cNvPr>
          <p:cNvGrpSpPr/>
          <p:nvPr/>
        </p:nvGrpSpPr>
        <p:grpSpPr>
          <a:xfrm>
            <a:off x="6784384" y="6591613"/>
            <a:ext cx="2764007" cy="1821967"/>
            <a:chOff x="8139667" y="6591614"/>
            <a:chExt cx="2764007" cy="1821967"/>
          </a:xfrm>
        </p:grpSpPr>
        <p:sp>
          <p:nvSpPr>
            <p:cNvPr id="41" name="Pentagon 83">
              <a:extLst>
                <a:ext uri="{FF2B5EF4-FFF2-40B4-BE49-F238E27FC236}">
                  <a16:creationId xmlns:a16="http://schemas.microsoft.com/office/drawing/2014/main" id="{0D991847-9030-E8F5-331D-B5EC4BBB01B2}"/>
                </a:ext>
              </a:extLst>
            </p:cNvPr>
            <p:cNvSpPr/>
            <p:nvPr/>
          </p:nvSpPr>
          <p:spPr>
            <a:xfrm rot="5400000" flipV="1">
              <a:off x="8610687" y="6120594"/>
              <a:ext cx="1821967" cy="2764007"/>
            </a:xfrm>
            <a:prstGeom prst="homePlat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2" name="Pentagon 84">
              <a:extLst>
                <a:ext uri="{FF2B5EF4-FFF2-40B4-BE49-F238E27FC236}">
                  <a16:creationId xmlns:a16="http://schemas.microsoft.com/office/drawing/2014/main" id="{1817C8DF-B9F5-E8EB-95E8-A8F92B538BC3}"/>
                </a:ext>
              </a:extLst>
            </p:cNvPr>
            <p:cNvSpPr/>
            <p:nvPr/>
          </p:nvSpPr>
          <p:spPr>
            <a:xfrm rot="5400000" flipV="1">
              <a:off x="8689629" y="6171648"/>
              <a:ext cx="1664083" cy="2644584"/>
            </a:xfrm>
            <a:prstGeom prst="homePlate">
              <a:avLst>
                <a:gd name="adj" fmla="val 51561"/>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3" name="Rectangle 42">
              <a:extLst>
                <a:ext uri="{FF2B5EF4-FFF2-40B4-BE49-F238E27FC236}">
                  <a16:creationId xmlns:a16="http://schemas.microsoft.com/office/drawing/2014/main" id="{524909B6-E371-137B-5343-96744A412E27}"/>
                </a:ext>
              </a:extLst>
            </p:cNvPr>
            <p:cNvSpPr/>
            <p:nvPr/>
          </p:nvSpPr>
          <p:spPr>
            <a:xfrm>
              <a:off x="8366845" y="6872345"/>
              <a:ext cx="2309650" cy="769441"/>
            </a:xfrm>
            <a:prstGeom prst="rect">
              <a:avLst/>
            </a:prstGeom>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Reinforcement learning</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3" name="Group 22">
            <a:extLst>
              <a:ext uri="{FF2B5EF4-FFF2-40B4-BE49-F238E27FC236}">
                <a16:creationId xmlns:a16="http://schemas.microsoft.com/office/drawing/2014/main" id="{8D38D461-83AD-D8BD-532A-76969565968A}"/>
              </a:ext>
            </a:extLst>
          </p:cNvPr>
          <p:cNvGrpSpPr/>
          <p:nvPr/>
        </p:nvGrpSpPr>
        <p:grpSpPr>
          <a:xfrm>
            <a:off x="9927635" y="6591613"/>
            <a:ext cx="2764007" cy="1821967"/>
            <a:chOff x="11282917" y="6591613"/>
            <a:chExt cx="2764007" cy="1821967"/>
          </a:xfrm>
          <a:solidFill>
            <a:schemeClr val="accent6">
              <a:lumMod val="60000"/>
              <a:lumOff val="40000"/>
            </a:schemeClr>
          </a:solidFill>
        </p:grpSpPr>
        <p:sp>
          <p:nvSpPr>
            <p:cNvPr id="38" name="Pentagon 87">
              <a:extLst>
                <a:ext uri="{FF2B5EF4-FFF2-40B4-BE49-F238E27FC236}">
                  <a16:creationId xmlns:a16="http://schemas.microsoft.com/office/drawing/2014/main" id="{FC044EF1-1BCB-F98E-E818-5F5C655719C7}"/>
                </a:ext>
              </a:extLst>
            </p:cNvPr>
            <p:cNvSpPr/>
            <p:nvPr/>
          </p:nvSpPr>
          <p:spPr>
            <a:xfrm rot="5400000" flipV="1">
              <a:off x="11753937" y="6120593"/>
              <a:ext cx="1821967" cy="2764007"/>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9" name="Pentagon 88">
              <a:extLst>
                <a:ext uri="{FF2B5EF4-FFF2-40B4-BE49-F238E27FC236}">
                  <a16:creationId xmlns:a16="http://schemas.microsoft.com/office/drawing/2014/main" id="{629A1A3A-DB6A-F9EE-3077-FC60AB565891}"/>
                </a:ext>
              </a:extLst>
            </p:cNvPr>
            <p:cNvSpPr/>
            <p:nvPr/>
          </p:nvSpPr>
          <p:spPr>
            <a:xfrm rot="5400000" flipV="1">
              <a:off x="11832879" y="6171647"/>
              <a:ext cx="1664083" cy="2644584"/>
            </a:xfrm>
            <a:prstGeom prst="homePlate">
              <a:avLst>
                <a:gd name="adj" fmla="val 51561"/>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0" name="Rectangle 39">
              <a:extLst>
                <a:ext uri="{FF2B5EF4-FFF2-40B4-BE49-F238E27FC236}">
                  <a16:creationId xmlns:a16="http://schemas.microsoft.com/office/drawing/2014/main" id="{CF313C91-577C-5275-17FB-F4A0FB5F6D0E}"/>
                </a:ext>
              </a:extLst>
            </p:cNvPr>
            <p:cNvSpPr/>
            <p:nvPr/>
          </p:nvSpPr>
          <p:spPr>
            <a:xfrm>
              <a:off x="11677562" y="6872344"/>
              <a:ext cx="1974715" cy="769441"/>
            </a:xfrm>
            <a:prstGeom prst="rect">
              <a:avLst/>
            </a:prstGeom>
            <a:grpFill/>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Drug discovery</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30" name="Group 29">
            <a:extLst>
              <a:ext uri="{FF2B5EF4-FFF2-40B4-BE49-F238E27FC236}">
                <a16:creationId xmlns:a16="http://schemas.microsoft.com/office/drawing/2014/main" id="{E21B8346-E63C-C5A3-EACF-F6E384C10AFF}"/>
              </a:ext>
            </a:extLst>
          </p:cNvPr>
          <p:cNvGrpSpPr/>
          <p:nvPr/>
        </p:nvGrpSpPr>
        <p:grpSpPr>
          <a:xfrm>
            <a:off x="1267791" y="4459926"/>
            <a:ext cx="13720418" cy="1749395"/>
            <a:chOff x="998851" y="4468401"/>
            <a:chExt cx="13720418" cy="1749395"/>
          </a:xfrm>
        </p:grpSpPr>
        <p:sp>
          <p:nvSpPr>
            <p:cNvPr id="32" name="Rectangle 31">
              <a:extLst>
                <a:ext uri="{FF2B5EF4-FFF2-40B4-BE49-F238E27FC236}">
                  <a16:creationId xmlns:a16="http://schemas.microsoft.com/office/drawing/2014/main" id="{5204B5EA-E6DB-1ED8-A357-1E6CAAD66340}"/>
                </a:ext>
              </a:extLst>
            </p:cNvPr>
            <p:cNvSpPr/>
            <p:nvPr/>
          </p:nvSpPr>
          <p:spPr>
            <a:xfrm>
              <a:off x="1003270" y="4468401"/>
              <a:ext cx="13715999" cy="1749395"/>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219170"/>
              <a:endParaRPr lang="en-US" sz="2400">
                <a:solidFill>
                  <a:prstClr val="black"/>
                </a:solidFill>
              </a:endParaRPr>
            </a:p>
          </p:txBody>
        </p:sp>
        <p:sp>
          <p:nvSpPr>
            <p:cNvPr id="34" name="Rectangle 33">
              <a:extLst>
                <a:ext uri="{FF2B5EF4-FFF2-40B4-BE49-F238E27FC236}">
                  <a16:creationId xmlns:a16="http://schemas.microsoft.com/office/drawing/2014/main" id="{5D6CCF96-9C5D-BBF0-66BB-045CA090F81D}"/>
                </a:ext>
              </a:extLst>
            </p:cNvPr>
            <p:cNvSpPr/>
            <p:nvPr/>
          </p:nvSpPr>
          <p:spPr>
            <a:xfrm>
              <a:off x="998851" y="4931967"/>
              <a:ext cx="13716000" cy="841897"/>
            </a:xfrm>
            <a:prstGeom prst="rect">
              <a:avLst/>
            </a:prstGeom>
          </p:spPr>
          <p:txBody>
            <a:bodyPr wrap="square" anchor="ctr">
              <a:spAutoFit/>
            </a:bodyPr>
            <a:lstStyle/>
            <a:p>
              <a:pPr algn="ctr">
                <a:lnSpc>
                  <a:spcPct val="114000"/>
                </a:lnSpc>
                <a:spcBef>
                  <a:spcPts val="1100"/>
                </a:spcBef>
              </a:pP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Transformer models are used in reinforcement learning to enhance decision-making in sequential tasks like game-playing and robot control.</a:t>
              </a:r>
            </a:p>
          </p:txBody>
        </p:sp>
      </p:grpSp>
      <p:pic>
        <p:nvPicPr>
          <p:cNvPr id="2" name="Picture 1">
            <a:extLst>
              <a:ext uri="{FF2B5EF4-FFF2-40B4-BE49-F238E27FC236}">
                <a16:creationId xmlns:a16="http://schemas.microsoft.com/office/drawing/2014/main" id="{97FA77EB-61C6-281C-BA1B-7B00E8D93F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90446" y="7956329"/>
            <a:ext cx="752232" cy="744444"/>
          </a:xfrm>
          <a:prstGeom prst="rect">
            <a:avLst/>
          </a:prstGeom>
        </p:spPr>
      </p:pic>
      <p:sp>
        <p:nvSpPr>
          <p:cNvPr id="3" name="Isosceles Triangle 2">
            <a:extLst>
              <a:ext uri="{FF2B5EF4-FFF2-40B4-BE49-F238E27FC236}">
                <a16:creationId xmlns:a16="http://schemas.microsoft.com/office/drawing/2014/main" id="{66C4740B-2D69-3B8B-5E55-DFA941084DC6}"/>
              </a:ext>
            </a:extLst>
          </p:cNvPr>
          <p:cNvSpPr/>
          <p:nvPr/>
        </p:nvSpPr>
        <p:spPr>
          <a:xfrm rot="10800000">
            <a:off x="7901456" y="6207221"/>
            <a:ext cx="432408" cy="265811"/>
          </a:xfrm>
          <a:prstGeom prst="triangle">
            <a:avLst/>
          </a:prstGeom>
          <a:solidFill>
            <a:srgbClr val="8FAAD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 wrap="square" lIns="121920" tIns="60960" rIns="121920" bIns="60960" numCol="1" spcCol="0" rtlCol="0" fromWordArt="0" anchor="ctr" anchorCtr="0" forceAA="0" compatLnSpc="1">
            <a:prstTxWarp prst="textNoShape">
              <a:avLst/>
            </a:prstTxWarp>
            <a:noAutofit/>
          </a:bodyPr>
          <a:lstStyle/>
          <a:p>
            <a:pPr algn="ctr" defTabSz="1219261"/>
            <a:endParaRPr lang="en-US" sz="2400" b="1">
              <a:solidFill>
                <a:prstClr val="white"/>
              </a:solidFill>
            </a:endParaRPr>
          </a:p>
        </p:txBody>
      </p:sp>
    </p:spTree>
    <p:extLst>
      <p:ext uri="{BB962C8B-B14F-4D97-AF65-F5344CB8AC3E}">
        <p14:creationId xmlns:p14="http://schemas.microsoft.com/office/powerpoint/2010/main" val="22139711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Google Shape;341;p43">
            <a:extLst>
              <a:ext uri="{FF2B5EF4-FFF2-40B4-BE49-F238E27FC236}">
                <a16:creationId xmlns:a16="http://schemas.microsoft.com/office/drawing/2014/main" id="{3A4BE46E-ECC1-D262-5564-AD961E7F7A4B}"/>
              </a:ext>
            </a:extLst>
          </p:cNvPr>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Applications of Transformer Models</a:t>
            </a:r>
          </a:p>
        </p:txBody>
      </p:sp>
      <p:sp>
        <p:nvSpPr>
          <p:cNvPr id="22" name="Brandline_LVC">
            <a:extLst>
              <a:ext uri="{FF2B5EF4-FFF2-40B4-BE49-F238E27FC236}">
                <a16:creationId xmlns:a16="http://schemas.microsoft.com/office/drawing/2014/main" id="{D68C8B23-46E1-42D7-07EF-81A15E33EEA8}"/>
              </a:ext>
            </a:extLst>
          </p:cNvPr>
          <p:cNvSpPr/>
          <p:nvPr/>
        </p:nvSpPr>
        <p:spPr>
          <a:xfrm>
            <a:off x="4178300" y="816352"/>
            <a:ext cx="790059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3A58C64-A371-A6EA-D163-0E15D0801D7F}"/>
              </a:ext>
            </a:extLst>
          </p:cNvPr>
          <p:cNvGrpSpPr/>
          <p:nvPr/>
        </p:nvGrpSpPr>
        <p:grpSpPr>
          <a:xfrm>
            <a:off x="3641136" y="2272617"/>
            <a:ext cx="2764007" cy="1830904"/>
            <a:chOff x="471165" y="2481364"/>
            <a:chExt cx="2764007" cy="1830904"/>
          </a:xfrm>
        </p:grpSpPr>
        <p:sp>
          <p:nvSpPr>
            <p:cNvPr id="60" name="Pentagon 41">
              <a:extLst>
                <a:ext uri="{FF2B5EF4-FFF2-40B4-BE49-F238E27FC236}">
                  <a16:creationId xmlns:a16="http://schemas.microsoft.com/office/drawing/2014/main" id="{E6EBDB01-6633-1F22-3492-7FC35DA222AD}"/>
                </a:ext>
              </a:extLst>
            </p:cNvPr>
            <p:cNvSpPr/>
            <p:nvPr/>
          </p:nvSpPr>
          <p:spPr>
            <a:xfrm rot="16200000">
              <a:off x="942185" y="2010344"/>
              <a:ext cx="1821967" cy="2764007"/>
            </a:xfrm>
            <a:prstGeom prst="homePlate">
              <a:avLst/>
            </a:prstGeom>
            <a:solidFill>
              <a:srgbClr val="FFD5A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219170"/>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1" name="Pentagon 42">
              <a:extLst>
                <a:ext uri="{FF2B5EF4-FFF2-40B4-BE49-F238E27FC236}">
                  <a16:creationId xmlns:a16="http://schemas.microsoft.com/office/drawing/2014/main" id="{77829EFB-1991-B015-3832-BA7AB525C581}"/>
                </a:ext>
              </a:extLst>
            </p:cNvPr>
            <p:cNvSpPr/>
            <p:nvPr/>
          </p:nvSpPr>
          <p:spPr>
            <a:xfrm rot="16200000">
              <a:off x="1021128" y="2078712"/>
              <a:ext cx="1664083" cy="2644584"/>
            </a:xfrm>
            <a:prstGeom prst="homePlate">
              <a:avLst>
                <a:gd name="adj" fmla="val 51561"/>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2" name="Rectangle 61">
              <a:extLst>
                <a:ext uri="{FF2B5EF4-FFF2-40B4-BE49-F238E27FC236}">
                  <a16:creationId xmlns:a16="http://schemas.microsoft.com/office/drawing/2014/main" id="{8D14588A-CDA0-364E-359C-10D4E3F6EFD3}"/>
                </a:ext>
              </a:extLst>
            </p:cNvPr>
            <p:cNvSpPr/>
            <p:nvPr/>
          </p:nvSpPr>
          <p:spPr>
            <a:xfrm>
              <a:off x="986206" y="3204272"/>
              <a:ext cx="1733919" cy="1107996"/>
            </a:xfrm>
            <a:prstGeom prst="rect">
              <a:avLst/>
            </a:prstGeom>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Natural language processing</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8" name="Group 7">
            <a:extLst>
              <a:ext uri="{FF2B5EF4-FFF2-40B4-BE49-F238E27FC236}">
                <a16:creationId xmlns:a16="http://schemas.microsoft.com/office/drawing/2014/main" id="{4D431CD4-B3ED-5668-2AF2-059491DA6272}"/>
              </a:ext>
            </a:extLst>
          </p:cNvPr>
          <p:cNvGrpSpPr/>
          <p:nvPr/>
        </p:nvGrpSpPr>
        <p:grpSpPr>
          <a:xfrm>
            <a:off x="6784386" y="2272617"/>
            <a:ext cx="2764007" cy="1821967"/>
            <a:chOff x="3614413" y="2890797"/>
            <a:chExt cx="2764007" cy="1821967"/>
          </a:xfrm>
        </p:grpSpPr>
        <p:grpSp>
          <p:nvGrpSpPr>
            <p:cNvPr id="56" name="Group 55">
              <a:extLst>
                <a:ext uri="{FF2B5EF4-FFF2-40B4-BE49-F238E27FC236}">
                  <a16:creationId xmlns:a16="http://schemas.microsoft.com/office/drawing/2014/main" id="{751A4939-AF35-FE17-EE63-E86917A4563E}"/>
                </a:ext>
              </a:extLst>
            </p:cNvPr>
            <p:cNvGrpSpPr/>
            <p:nvPr/>
          </p:nvGrpSpPr>
          <p:grpSpPr>
            <a:xfrm>
              <a:off x="3614413" y="2890797"/>
              <a:ext cx="2764007" cy="1821967"/>
              <a:chOff x="3614413" y="2890797"/>
              <a:chExt cx="2764007" cy="1821967"/>
            </a:xfrm>
          </p:grpSpPr>
          <p:sp>
            <p:nvSpPr>
              <p:cNvPr id="58" name="Pentagon 47">
                <a:extLst>
                  <a:ext uri="{FF2B5EF4-FFF2-40B4-BE49-F238E27FC236}">
                    <a16:creationId xmlns:a16="http://schemas.microsoft.com/office/drawing/2014/main" id="{07EAB6E7-F133-D697-88AD-30E221C66B8C}"/>
                  </a:ext>
                </a:extLst>
              </p:cNvPr>
              <p:cNvSpPr/>
              <p:nvPr/>
            </p:nvSpPr>
            <p:spPr>
              <a:xfrm rot="16200000">
                <a:off x="4085433" y="2419777"/>
                <a:ext cx="1821967" cy="2764007"/>
              </a:xfrm>
              <a:prstGeom prst="homePlate">
                <a:avLst/>
              </a:prstGeom>
              <a:solidFill>
                <a:srgbClr val="AAD9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9" name="Pentagon 48">
                <a:extLst>
                  <a:ext uri="{FF2B5EF4-FFF2-40B4-BE49-F238E27FC236}">
                    <a16:creationId xmlns:a16="http://schemas.microsoft.com/office/drawing/2014/main" id="{95BA531D-0D94-E42A-BF69-11308D6C3872}"/>
                  </a:ext>
                </a:extLst>
              </p:cNvPr>
              <p:cNvSpPr/>
              <p:nvPr/>
            </p:nvSpPr>
            <p:spPr>
              <a:xfrm rot="16200000">
                <a:off x="4164375" y="2488146"/>
                <a:ext cx="1664083" cy="2644585"/>
              </a:xfrm>
              <a:prstGeom prst="homePlate">
                <a:avLst>
                  <a:gd name="adj" fmla="val 51561"/>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grpSp>
        <p:sp>
          <p:nvSpPr>
            <p:cNvPr id="57" name="Rectangle 56">
              <a:extLst>
                <a:ext uri="{FF2B5EF4-FFF2-40B4-BE49-F238E27FC236}">
                  <a16:creationId xmlns:a16="http://schemas.microsoft.com/office/drawing/2014/main" id="{9FEE5D1B-B6A2-ABE1-A73B-09AA6C6512FB}"/>
                </a:ext>
              </a:extLst>
            </p:cNvPr>
            <p:cNvSpPr/>
            <p:nvPr/>
          </p:nvSpPr>
          <p:spPr>
            <a:xfrm>
              <a:off x="4066337" y="3523227"/>
              <a:ext cx="1979575" cy="769441"/>
            </a:xfrm>
            <a:prstGeom prst="rect">
              <a:avLst/>
            </a:prstGeom>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Speech recognition</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1" name="Group 10">
            <a:extLst>
              <a:ext uri="{FF2B5EF4-FFF2-40B4-BE49-F238E27FC236}">
                <a16:creationId xmlns:a16="http://schemas.microsoft.com/office/drawing/2014/main" id="{1DF26901-7BB1-14F0-67C6-B275DA686CA9}"/>
              </a:ext>
            </a:extLst>
          </p:cNvPr>
          <p:cNvGrpSpPr/>
          <p:nvPr/>
        </p:nvGrpSpPr>
        <p:grpSpPr>
          <a:xfrm>
            <a:off x="9927636" y="2272617"/>
            <a:ext cx="2764007" cy="1821967"/>
            <a:chOff x="6757664" y="2890797"/>
            <a:chExt cx="2764007" cy="1821967"/>
          </a:xfrm>
        </p:grpSpPr>
        <p:sp>
          <p:nvSpPr>
            <p:cNvPr id="53" name="Pentagon 50">
              <a:extLst>
                <a:ext uri="{FF2B5EF4-FFF2-40B4-BE49-F238E27FC236}">
                  <a16:creationId xmlns:a16="http://schemas.microsoft.com/office/drawing/2014/main" id="{1EB8745C-F576-AB41-7596-8916C3D7AD4D}"/>
                </a:ext>
              </a:extLst>
            </p:cNvPr>
            <p:cNvSpPr/>
            <p:nvPr/>
          </p:nvSpPr>
          <p:spPr>
            <a:xfrm rot="16200000">
              <a:off x="7228684" y="2419777"/>
              <a:ext cx="1821967" cy="2764007"/>
            </a:xfrm>
            <a:prstGeom prst="homePlate">
              <a:avLst/>
            </a:prstGeom>
            <a:solidFill>
              <a:srgbClr val="FFC3B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4" name="Pentagon 51">
              <a:extLst>
                <a:ext uri="{FF2B5EF4-FFF2-40B4-BE49-F238E27FC236}">
                  <a16:creationId xmlns:a16="http://schemas.microsoft.com/office/drawing/2014/main" id="{1FC25D76-0D0F-4006-B94A-2AD09EA9A44B}"/>
                </a:ext>
              </a:extLst>
            </p:cNvPr>
            <p:cNvSpPr/>
            <p:nvPr/>
          </p:nvSpPr>
          <p:spPr>
            <a:xfrm rot="16200000">
              <a:off x="7307626" y="2488146"/>
              <a:ext cx="1664083" cy="2644584"/>
            </a:xfrm>
            <a:prstGeom prst="homePlate">
              <a:avLst>
                <a:gd name="adj" fmla="val 51561"/>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5" name="Rectangle 54">
              <a:extLst>
                <a:ext uri="{FF2B5EF4-FFF2-40B4-BE49-F238E27FC236}">
                  <a16:creationId xmlns:a16="http://schemas.microsoft.com/office/drawing/2014/main" id="{7E2960B2-511A-2E8C-E2C0-F19D57C5C7F1}"/>
                </a:ext>
              </a:extLst>
            </p:cNvPr>
            <p:cNvSpPr/>
            <p:nvPr/>
          </p:nvSpPr>
          <p:spPr>
            <a:xfrm>
              <a:off x="6861532" y="3853639"/>
              <a:ext cx="2556277" cy="430887"/>
            </a:xfrm>
            <a:prstGeom prst="rect">
              <a:avLst/>
            </a:prstGeom>
          </p:spPr>
          <p:txBody>
            <a:bodyPr wrap="non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Image recognition</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0" name="Group 19">
            <a:extLst>
              <a:ext uri="{FF2B5EF4-FFF2-40B4-BE49-F238E27FC236}">
                <a16:creationId xmlns:a16="http://schemas.microsoft.com/office/drawing/2014/main" id="{DD5335A7-ACAD-65B7-7E54-FD7005485194}"/>
              </a:ext>
            </a:extLst>
          </p:cNvPr>
          <p:cNvGrpSpPr/>
          <p:nvPr/>
        </p:nvGrpSpPr>
        <p:grpSpPr>
          <a:xfrm>
            <a:off x="3641136" y="6591613"/>
            <a:ext cx="2764007" cy="1821967"/>
            <a:chOff x="4996417" y="6591614"/>
            <a:chExt cx="2764007" cy="1821967"/>
          </a:xfrm>
          <a:solidFill>
            <a:schemeClr val="bg1">
              <a:lumMod val="85000"/>
            </a:schemeClr>
          </a:solidFill>
        </p:grpSpPr>
        <p:sp>
          <p:nvSpPr>
            <p:cNvPr id="44" name="Pentagon 79">
              <a:extLst>
                <a:ext uri="{FF2B5EF4-FFF2-40B4-BE49-F238E27FC236}">
                  <a16:creationId xmlns:a16="http://schemas.microsoft.com/office/drawing/2014/main" id="{76283BB3-033D-14C7-D30E-9BBCFEAC8A68}"/>
                </a:ext>
              </a:extLst>
            </p:cNvPr>
            <p:cNvSpPr/>
            <p:nvPr/>
          </p:nvSpPr>
          <p:spPr>
            <a:xfrm rot="5400000" flipV="1">
              <a:off x="5467437" y="6120594"/>
              <a:ext cx="1821967" cy="2764007"/>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Pentagon 80">
              <a:extLst>
                <a:ext uri="{FF2B5EF4-FFF2-40B4-BE49-F238E27FC236}">
                  <a16:creationId xmlns:a16="http://schemas.microsoft.com/office/drawing/2014/main" id="{5E796322-53A9-B255-851C-A4C8274A096B}"/>
                </a:ext>
              </a:extLst>
            </p:cNvPr>
            <p:cNvSpPr/>
            <p:nvPr/>
          </p:nvSpPr>
          <p:spPr>
            <a:xfrm rot="5400000" flipV="1">
              <a:off x="5546379" y="6171648"/>
              <a:ext cx="1664083" cy="2644584"/>
            </a:xfrm>
            <a:prstGeom prst="homePlate">
              <a:avLst>
                <a:gd name="adj" fmla="val 51561"/>
              </a:avLst>
            </a:prstGeom>
            <a:gr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6" name="Rectangle 45">
              <a:extLst>
                <a:ext uri="{FF2B5EF4-FFF2-40B4-BE49-F238E27FC236}">
                  <a16:creationId xmlns:a16="http://schemas.microsoft.com/office/drawing/2014/main" id="{C9148E30-7DC2-D3DD-6CC3-67689E85C0AC}"/>
                </a:ext>
              </a:extLst>
            </p:cNvPr>
            <p:cNvSpPr/>
            <p:nvPr/>
          </p:nvSpPr>
          <p:spPr>
            <a:xfrm>
              <a:off x="5296976" y="6906173"/>
              <a:ext cx="2146852" cy="769441"/>
            </a:xfrm>
            <a:prstGeom prst="rect">
              <a:avLst/>
            </a:prstGeom>
            <a:grpFill/>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Recommender systems</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1" name="Group 20">
            <a:extLst>
              <a:ext uri="{FF2B5EF4-FFF2-40B4-BE49-F238E27FC236}">
                <a16:creationId xmlns:a16="http://schemas.microsoft.com/office/drawing/2014/main" id="{E1B4E1B5-8CC9-78BA-EA9F-052CB8DA779A}"/>
              </a:ext>
            </a:extLst>
          </p:cNvPr>
          <p:cNvGrpSpPr/>
          <p:nvPr/>
        </p:nvGrpSpPr>
        <p:grpSpPr>
          <a:xfrm>
            <a:off x="6784384" y="6591613"/>
            <a:ext cx="2764007" cy="1821967"/>
            <a:chOff x="8139667" y="6591614"/>
            <a:chExt cx="2764007" cy="1821967"/>
          </a:xfrm>
        </p:grpSpPr>
        <p:sp>
          <p:nvSpPr>
            <p:cNvPr id="41" name="Pentagon 83">
              <a:extLst>
                <a:ext uri="{FF2B5EF4-FFF2-40B4-BE49-F238E27FC236}">
                  <a16:creationId xmlns:a16="http://schemas.microsoft.com/office/drawing/2014/main" id="{0D991847-9030-E8F5-331D-B5EC4BBB01B2}"/>
                </a:ext>
              </a:extLst>
            </p:cNvPr>
            <p:cNvSpPr/>
            <p:nvPr/>
          </p:nvSpPr>
          <p:spPr>
            <a:xfrm rot="5400000" flipV="1">
              <a:off x="8610687" y="6120594"/>
              <a:ext cx="1821967" cy="2764007"/>
            </a:xfrm>
            <a:prstGeom prst="homePlat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2" name="Pentagon 84">
              <a:extLst>
                <a:ext uri="{FF2B5EF4-FFF2-40B4-BE49-F238E27FC236}">
                  <a16:creationId xmlns:a16="http://schemas.microsoft.com/office/drawing/2014/main" id="{1817C8DF-B9F5-E8EB-95E8-A8F92B538BC3}"/>
                </a:ext>
              </a:extLst>
            </p:cNvPr>
            <p:cNvSpPr/>
            <p:nvPr/>
          </p:nvSpPr>
          <p:spPr>
            <a:xfrm rot="5400000" flipV="1">
              <a:off x="8689629" y="6171648"/>
              <a:ext cx="1664083" cy="2644584"/>
            </a:xfrm>
            <a:prstGeom prst="homePlate">
              <a:avLst>
                <a:gd name="adj" fmla="val 51561"/>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3" name="Rectangle 42">
              <a:extLst>
                <a:ext uri="{FF2B5EF4-FFF2-40B4-BE49-F238E27FC236}">
                  <a16:creationId xmlns:a16="http://schemas.microsoft.com/office/drawing/2014/main" id="{524909B6-E371-137B-5343-96744A412E27}"/>
                </a:ext>
              </a:extLst>
            </p:cNvPr>
            <p:cNvSpPr/>
            <p:nvPr/>
          </p:nvSpPr>
          <p:spPr>
            <a:xfrm>
              <a:off x="8366845" y="6872345"/>
              <a:ext cx="2309650" cy="769441"/>
            </a:xfrm>
            <a:prstGeom prst="rect">
              <a:avLst/>
            </a:prstGeom>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Reinforcement learning</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3" name="Group 22">
            <a:extLst>
              <a:ext uri="{FF2B5EF4-FFF2-40B4-BE49-F238E27FC236}">
                <a16:creationId xmlns:a16="http://schemas.microsoft.com/office/drawing/2014/main" id="{8D38D461-83AD-D8BD-532A-76969565968A}"/>
              </a:ext>
            </a:extLst>
          </p:cNvPr>
          <p:cNvGrpSpPr/>
          <p:nvPr/>
        </p:nvGrpSpPr>
        <p:grpSpPr>
          <a:xfrm>
            <a:off x="9927635" y="6591613"/>
            <a:ext cx="2764007" cy="1821967"/>
            <a:chOff x="11282917" y="6591613"/>
            <a:chExt cx="2764007" cy="1821967"/>
          </a:xfrm>
          <a:solidFill>
            <a:schemeClr val="accent6">
              <a:lumMod val="60000"/>
              <a:lumOff val="40000"/>
            </a:schemeClr>
          </a:solidFill>
        </p:grpSpPr>
        <p:sp>
          <p:nvSpPr>
            <p:cNvPr id="38" name="Pentagon 87">
              <a:extLst>
                <a:ext uri="{FF2B5EF4-FFF2-40B4-BE49-F238E27FC236}">
                  <a16:creationId xmlns:a16="http://schemas.microsoft.com/office/drawing/2014/main" id="{FC044EF1-1BCB-F98E-E818-5F5C655719C7}"/>
                </a:ext>
              </a:extLst>
            </p:cNvPr>
            <p:cNvSpPr/>
            <p:nvPr/>
          </p:nvSpPr>
          <p:spPr>
            <a:xfrm rot="5400000" flipV="1">
              <a:off x="11753937" y="6120593"/>
              <a:ext cx="1821967" cy="2764007"/>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9" name="Pentagon 88">
              <a:extLst>
                <a:ext uri="{FF2B5EF4-FFF2-40B4-BE49-F238E27FC236}">
                  <a16:creationId xmlns:a16="http://schemas.microsoft.com/office/drawing/2014/main" id="{629A1A3A-DB6A-F9EE-3077-FC60AB565891}"/>
                </a:ext>
              </a:extLst>
            </p:cNvPr>
            <p:cNvSpPr/>
            <p:nvPr/>
          </p:nvSpPr>
          <p:spPr>
            <a:xfrm rot="5400000" flipV="1">
              <a:off x="11832879" y="6171647"/>
              <a:ext cx="1664083" cy="2644584"/>
            </a:xfrm>
            <a:prstGeom prst="homePlate">
              <a:avLst>
                <a:gd name="adj" fmla="val 51561"/>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261"/>
              <a:endParaRPr lang="en-US" sz="22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0" name="Rectangle 39">
              <a:extLst>
                <a:ext uri="{FF2B5EF4-FFF2-40B4-BE49-F238E27FC236}">
                  <a16:creationId xmlns:a16="http://schemas.microsoft.com/office/drawing/2014/main" id="{CF313C91-577C-5275-17FB-F4A0FB5F6D0E}"/>
                </a:ext>
              </a:extLst>
            </p:cNvPr>
            <p:cNvSpPr/>
            <p:nvPr/>
          </p:nvSpPr>
          <p:spPr>
            <a:xfrm>
              <a:off x="11677562" y="6872344"/>
              <a:ext cx="1974715" cy="769441"/>
            </a:xfrm>
            <a:prstGeom prst="rect">
              <a:avLst/>
            </a:prstGeom>
            <a:grpFill/>
          </p:spPr>
          <p:txBody>
            <a:bodyPr wrap="square">
              <a:spAutoFit/>
            </a:bodyPr>
            <a:lstStyle/>
            <a:p>
              <a:pPr algn="ct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Drug discovery</a:t>
              </a: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30" name="Group 29">
            <a:extLst>
              <a:ext uri="{FF2B5EF4-FFF2-40B4-BE49-F238E27FC236}">
                <a16:creationId xmlns:a16="http://schemas.microsoft.com/office/drawing/2014/main" id="{E21B8346-E63C-C5A3-EACF-F6E384C10AFF}"/>
              </a:ext>
            </a:extLst>
          </p:cNvPr>
          <p:cNvGrpSpPr/>
          <p:nvPr/>
        </p:nvGrpSpPr>
        <p:grpSpPr>
          <a:xfrm>
            <a:off x="1311964" y="4457826"/>
            <a:ext cx="13656366" cy="1749395"/>
            <a:chOff x="1043024" y="4468401"/>
            <a:chExt cx="13656366" cy="1749395"/>
          </a:xfrm>
        </p:grpSpPr>
        <p:sp>
          <p:nvSpPr>
            <p:cNvPr id="32" name="Rectangle 31">
              <a:extLst>
                <a:ext uri="{FF2B5EF4-FFF2-40B4-BE49-F238E27FC236}">
                  <a16:creationId xmlns:a16="http://schemas.microsoft.com/office/drawing/2014/main" id="{5204B5EA-E6DB-1ED8-A357-1E6CAAD66340}"/>
                </a:ext>
              </a:extLst>
            </p:cNvPr>
            <p:cNvSpPr/>
            <p:nvPr/>
          </p:nvSpPr>
          <p:spPr>
            <a:xfrm>
              <a:off x="1043025" y="4468401"/>
              <a:ext cx="13656365" cy="1749395"/>
            </a:xfrm>
            <a:prstGeom prst="rect">
              <a:avLst/>
            </a:prstGeom>
            <a:noFill/>
            <a:ln w="381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219170"/>
              <a:endParaRPr lang="en-US" sz="2400">
                <a:solidFill>
                  <a:prstClr val="black"/>
                </a:solidFill>
              </a:endParaRPr>
            </a:p>
          </p:txBody>
        </p:sp>
        <p:sp>
          <p:nvSpPr>
            <p:cNvPr id="34" name="Rectangle 33">
              <a:extLst>
                <a:ext uri="{FF2B5EF4-FFF2-40B4-BE49-F238E27FC236}">
                  <a16:creationId xmlns:a16="http://schemas.microsoft.com/office/drawing/2014/main" id="{5D6CCF96-9C5D-BBF0-66BB-045CA090F81D}"/>
                </a:ext>
              </a:extLst>
            </p:cNvPr>
            <p:cNvSpPr/>
            <p:nvPr/>
          </p:nvSpPr>
          <p:spPr>
            <a:xfrm>
              <a:off x="1043024" y="4922150"/>
              <a:ext cx="13632071" cy="841897"/>
            </a:xfrm>
            <a:prstGeom prst="rect">
              <a:avLst/>
            </a:prstGeom>
          </p:spPr>
          <p:txBody>
            <a:bodyPr wrap="square" anchor="ctr">
              <a:spAutoFit/>
            </a:bodyPr>
            <a:lstStyle/>
            <a:p>
              <a:pPr algn="ctr">
                <a:lnSpc>
                  <a:spcPct val="114000"/>
                </a:lnSpc>
                <a:spcBef>
                  <a:spcPts val="1100"/>
                </a:spcBef>
              </a:pP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Transformer models are utilized in drug discovery to predict molecular properties, design new molecules, and speed up the drug development process.</a:t>
              </a:r>
            </a:p>
          </p:txBody>
        </p:sp>
      </p:grpSp>
      <p:pic>
        <p:nvPicPr>
          <p:cNvPr id="2" name="Picture 1">
            <a:extLst>
              <a:ext uri="{FF2B5EF4-FFF2-40B4-BE49-F238E27FC236}">
                <a16:creationId xmlns:a16="http://schemas.microsoft.com/office/drawing/2014/main" id="{F5DEE759-884F-5BCB-012C-408FEF1663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90846" y="7975379"/>
            <a:ext cx="752232" cy="744444"/>
          </a:xfrm>
          <a:prstGeom prst="rect">
            <a:avLst/>
          </a:prstGeom>
        </p:spPr>
      </p:pic>
      <p:sp>
        <p:nvSpPr>
          <p:cNvPr id="3" name="Isosceles Triangle 2">
            <a:extLst>
              <a:ext uri="{FF2B5EF4-FFF2-40B4-BE49-F238E27FC236}">
                <a16:creationId xmlns:a16="http://schemas.microsoft.com/office/drawing/2014/main" id="{DD0BE4F1-9222-18B0-A202-7145444921DF}"/>
              </a:ext>
            </a:extLst>
          </p:cNvPr>
          <p:cNvSpPr/>
          <p:nvPr/>
        </p:nvSpPr>
        <p:spPr>
          <a:xfrm rot="10800000">
            <a:off x="11101856" y="6207221"/>
            <a:ext cx="432408" cy="265811"/>
          </a:xfrm>
          <a:prstGeom prst="triangle">
            <a:avLst/>
          </a:prstGeom>
          <a:solidFill>
            <a:schemeClr val="accent6">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 wrap="square" lIns="121920" tIns="60960" rIns="121920" bIns="60960" numCol="1" spcCol="0" rtlCol="0" fromWordArt="0" anchor="ctr" anchorCtr="0" forceAA="0" compatLnSpc="1">
            <a:prstTxWarp prst="textNoShape">
              <a:avLst/>
            </a:prstTxWarp>
            <a:noAutofit/>
          </a:bodyPr>
          <a:lstStyle/>
          <a:p>
            <a:pPr algn="ctr" defTabSz="1219261"/>
            <a:endParaRPr lang="en-US" sz="2400" b="1">
              <a:solidFill>
                <a:prstClr val="white"/>
              </a:solidFill>
            </a:endParaRPr>
          </a:p>
        </p:txBody>
      </p:sp>
    </p:spTree>
    <p:extLst>
      <p:ext uri="{BB962C8B-B14F-4D97-AF65-F5344CB8AC3E}">
        <p14:creationId xmlns:p14="http://schemas.microsoft.com/office/powerpoint/2010/main" val="25619298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5"/>
          <p:cNvSpPr txBox="1">
            <a:spLocks noGrp="1"/>
          </p:cNvSpPr>
          <p:nvPr>
            <p:ph type="body" idx="10"/>
          </p:nvPr>
        </p:nvSpPr>
        <p:spPr>
          <a:xfrm>
            <a:off x="0" y="4114800"/>
            <a:ext cx="16256001" cy="914400"/>
          </a:xfrm>
          <a:noFill/>
          <a:ln>
            <a:noFill/>
          </a:ln>
        </p:spPr>
        <p:txBody>
          <a:bodyPr spcFirstLastPara="1" wrap="square" lIns="91425" tIns="91425" rIns="91425" bIns="91425" anchor="t" anchorCtr="0">
            <a:noAutofit/>
          </a:bodyPr>
          <a:lstStyle/>
          <a:p>
            <a:r>
              <a:rPr lang="en-US" dirty="0"/>
              <a:t>Architecture of the Transformer Model</a:t>
            </a:r>
          </a:p>
        </p:txBody>
      </p:sp>
    </p:spTree>
    <p:extLst>
      <p:ext uri="{BB962C8B-B14F-4D97-AF65-F5344CB8AC3E}">
        <p14:creationId xmlns:p14="http://schemas.microsoft.com/office/powerpoint/2010/main" val="41426833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dirty="0">
                <a:solidFill>
                  <a:srgbClr val="3F3F3F"/>
                </a:solidFill>
                <a:latin typeface="Open Sans"/>
                <a:ea typeface="Open Sans"/>
                <a:cs typeface="Open Sans"/>
                <a:sym typeface="Open Sans"/>
              </a:rPr>
              <a:t>Transformer Model Architecture</a:t>
            </a:r>
          </a:p>
        </p:txBody>
      </p:sp>
      <p:sp>
        <p:nvSpPr>
          <p:cNvPr id="5" name="Google Shape;343;p43"/>
          <p:cNvSpPr/>
          <p:nvPr/>
        </p:nvSpPr>
        <p:spPr>
          <a:xfrm>
            <a:off x="2641600" y="1003734"/>
            <a:ext cx="10972800" cy="980943"/>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5000"/>
              </a:lnSpc>
              <a:spcBef>
                <a:spcPts val="1100"/>
              </a:spcBef>
            </a:pPr>
            <a:r>
              <a:rPr lang="en-US" sz="2200" dirty="0">
                <a:solidFill>
                  <a:schemeClr val="tx1">
                    <a:lumMod val="75000"/>
                    <a:lumOff val="25000"/>
                  </a:schemeClr>
                </a:solidFill>
                <a:latin typeface="Open Sans"/>
                <a:ea typeface="Open Sans"/>
                <a:cs typeface="Open Sans"/>
              </a:rPr>
              <a:t>At a fundamental level, a transformer architecture comprises two primary components: an encoder and a decoder.</a:t>
            </a:r>
          </a:p>
        </p:txBody>
      </p:sp>
      <p:grpSp>
        <p:nvGrpSpPr>
          <p:cNvPr id="17" name="Group 16">
            <a:extLst>
              <a:ext uri="{FF2B5EF4-FFF2-40B4-BE49-F238E27FC236}">
                <a16:creationId xmlns:a16="http://schemas.microsoft.com/office/drawing/2014/main" id="{921FCDEA-5E25-EE69-2B1B-7EA7FC1E3B36}"/>
              </a:ext>
            </a:extLst>
          </p:cNvPr>
          <p:cNvGrpSpPr/>
          <p:nvPr/>
        </p:nvGrpSpPr>
        <p:grpSpPr>
          <a:xfrm>
            <a:off x="3534814" y="2364182"/>
            <a:ext cx="7714413" cy="5454675"/>
            <a:chOff x="3900782" y="2843157"/>
            <a:chExt cx="7714413" cy="5454675"/>
          </a:xfrm>
        </p:grpSpPr>
        <p:sp>
          <p:nvSpPr>
            <p:cNvPr id="2" name="Rounded Rectangle 1">
              <a:extLst>
                <a:ext uri="{FF2B5EF4-FFF2-40B4-BE49-F238E27FC236}">
                  <a16:creationId xmlns:a16="http://schemas.microsoft.com/office/drawing/2014/main" id="{3388EF9D-5DC7-424A-E5F3-B503A104CCC4}"/>
                </a:ext>
              </a:extLst>
            </p:cNvPr>
            <p:cNvSpPr/>
            <p:nvPr/>
          </p:nvSpPr>
          <p:spPr>
            <a:xfrm>
              <a:off x="5285064" y="3949310"/>
              <a:ext cx="2122415" cy="419449"/>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latin typeface="Open Sans" panose="020B0606030504020204" pitchFamily="34" charset="0"/>
                  <a:ea typeface="Open Sans" panose="020B0606030504020204" pitchFamily="34" charset="0"/>
                  <a:cs typeface="Open Sans" panose="020B0606030504020204" pitchFamily="34" charset="0"/>
                </a:rPr>
                <a:t>Encoder</a:t>
              </a:r>
            </a:p>
          </p:txBody>
        </p:sp>
        <p:sp>
          <p:nvSpPr>
            <p:cNvPr id="3" name="Rounded Rectangle 2">
              <a:extLst>
                <a:ext uri="{FF2B5EF4-FFF2-40B4-BE49-F238E27FC236}">
                  <a16:creationId xmlns:a16="http://schemas.microsoft.com/office/drawing/2014/main" id="{6C158084-9810-6962-7C13-D2A76BD5D242}"/>
                </a:ext>
              </a:extLst>
            </p:cNvPr>
            <p:cNvSpPr/>
            <p:nvPr/>
          </p:nvSpPr>
          <p:spPr>
            <a:xfrm>
              <a:off x="5285064" y="4479214"/>
              <a:ext cx="2122415" cy="419449"/>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latin typeface="Open Sans" panose="020B0606030504020204" pitchFamily="34" charset="0"/>
                  <a:ea typeface="Open Sans" panose="020B0606030504020204" pitchFamily="34" charset="0"/>
                  <a:cs typeface="Open Sans" panose="020B0606030504020204" pitchFamily="34" charset="0"/>
                </a:rPr>
                <a:t>Encoder</a:t>
              </a:r>
            </a:p>
          </p:txBody>
        </p:sp>
        <p:sp>
          <p:nvSpPr>
            <p:cNvPr id="4" name="Rounded Rectangle 3">
              <a:extLst>
                <a:ext uri="{FF2B5EF4-FFF2-40B4-BE49-F238E27FC236}">
                  <a16:creationId xmlns:a16="http://schemas.microsoft.com/office/drawing/2014/main" id="{403C7782-8C9F-39CF-A3B4-63D1938BC9B5}"/>
                </a:ext>
              </a:extLst>
            </p:cNvPr>
            <p:cNvSpPr/>
            <p:nvPr/>
          </p:nvSpPr>
          <p:spPr>
            <a:xfrm>
              <a:off x="5285064" y="5009118"/>
              <a:ext cx="2122415" cy="419449"/>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latin typeface="Open Sans" panose="020B0606030504020204" pitchFamily="34" charset="0"/>
                  <a:ea typeface="Open Sans" panose="020B0606030504020204" pitchFamily="34" charset="0"/>
                  <a:cs typeface="Open Sans" panose="020B0606030504020204" pitchFamily="34" charset="0"/>
                </a:rPr>
                <a:t>Encoder</a:t>
              </a:r>
            </a:p>
          </p:txBody>
        </p:sp>
        <p:sp>
          <p:nvSpPr>
            <p:cNvPr id="6" name="Rounded Rectangle 5">
              <a:extLst>
                <a:ext uri="{FF2B5EF4-FFF2-40B4-BE49-F238E27FC236}">
                  <a16:creationId xmlns:a16="http://schemas.microsoft.com/office/drawing/2014/main" id="{3E34FAB4-413C-B6A5-DF73-FB9D9389704D}"/>
                </a:ext>
              </a:extLst>
            </p:cNvPr>
            <p:cNvSpPr/>
            <p:nvPr/>
          </p:nvSpPr>
          <p:spPr>
            <a:xfrm>
              <a:off x="5285064" y="5538907"/>
              <a:ext cx="2122415" cy="419449"/>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latin typeface="Open Sans" panose="020B0606030504020204" pitchFamily="34" charset="0"/>
                  <a:ea typeface="Open Sans" panose="020B0606030504020204" pitchFamily="34" charset="0"/>
                  <a:cs typeface="Open Sans" panose="020B0606030504020204" pitchFamily="34" charset="0"/>
                </a:rPr>
                <a:t>Encoder</a:t>
              </a:r>
            </a:p>
          </p:txBody>
        </p:sp>
        <p:sp>
          <p:nvSpPr>
            <p:cNvPr id="7" name="Rounded Rectangle 6">
              <a:extLst>
                <a:ext uri="{FF2B5EF4-FFF2-40B4-BE49-F238E27FC236}">
                  <a16:creationId xmlns:a16="http://schemas.microsoft.com/office/drawing/2014/main" id="{3477A96E-4AD1-45DC-2E4D-DFF82B44A27C}"/>
                </a:ext>
              </a:extLst>
            </p:cNvPr>
            <p:cNvSpPr/>
            <p:nvPr/>
          </p:nvSpPr>
          <p:spPr>
            <a:xfrm>
              <a:off x="5285064" y="6068696"/>
              <a:ext cx="2122415" cy="419449"/>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latin typeface="Open Sans" panose="020B0606030504020204" pitchFamily="34" charset="0"/>
                  <a:ea typeface="Open Sans" panose="020B0606030504020204" pitchFamily="34" charset="0"/>
                  <a:cs typeface="Open Sans" panose="020B0606030504020204" pitchFamily="34" charset="0"/>
                </a:rPr>
                <a:t>Encoder</a:t>
              </a:r>
            </a:p>
          </p:txBody>
        </p:sp>
        <p:sp>
          <p:nvSpPr>
            <p:cNvPr id="10" name="Rounded Rectangle 9">
              <a:extLst>
                <a:ext uri="{FF2B5EF4-FFF2-40B4-BE49-F238E27FC236}">
                  <a16:creationId xmlns:a16="http://schemas.microsoft.com/office/drawing/2014/main" id="{674C9FEF-D169-436D-3862-9DA52C7BCFC0}"/>
                </a:ext>
              </a:extLst>
            </p:cNvPr>
            <p:cNvSpPr/>
            <p:nvPr/>
          </p:nvSpPr>
          <p:spPr>
            <a:xfrm>
              <a:off x="9086675" y="3959750"/>
              <a:ext cx="2122415" cy="419449"/>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latin typeface="Open Sans" panose="020B0606030504020204" pitchFamily="34" charset="0"/>
                  <a:ea typeface="Open Sans" panose="020B0606030504020204" pitchFamily="34" charset="0"/>
                  <a:cs typeface="Open Sans" panose="020B0606030504020204" pitchFamily="34" charset="0"/>
                </a:rPr>
                <a:t>Decoder</a:t>
              </a:r>
            </a:p>
          </p:txBody>
        </p:sp>
        <p:sp>
          <p:nvSpPr>
            <p:cNvPr id="11" name="Rounded Rectangle 10">
              <a:extLst>
                <a:ext uri="{FF2B5EF4-FFF2-40B4-BE49-F238E27FC236}">
                  <a16:creationId xmlns:a16="http://schemas.microsoft.com/office/drawing/2014/main" id="{DBD374E9-A6CC-0291-16A2-B995C927BB69}"/>
                </a:ext>
              </a:extLst>
            </p:cNvPr>
            <p:cNvSpPr/>
            <p:nvPr/>
          </p:nvSpPr>
          <p:spPr>
            <a:xfrm>
              <a:off x="9086675" y="4489654"/>
              <a:ext cx="2122415" cy="419449"/>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latin typeface="Open Sans" panose="020B0606030504020204" pitchFamily="34" charset="0"/>
                  <a:ea typeface="Open Sans" panose="020B0606030504020204" pitchFamily="34" charset="0"/>
                  <a:cs typeface="Open Sans" panose="020B0606030504020204" pitchFamily="34" charset="0"/>
                </a:rPr>
                <a:t>Decoder</a:t>
              </a:r>
            </a:p>
          </p:txBody>
        </p:sp>
        <p:sp>
          <p:nvSpPr>
            <p:cNvPr id="12" name="Rounded Rectangle 11">
              <a:extLst>
                <a:ext uri="{FF2B5EF4-FFF2-40B4-BE49-F238E27FC236}">
                  <a16:creationId xmlns:a16="http://schemas.microsoft.com/office/drawing/2014/main" id="{CE3A9708-8EAB-BA68-2634-E892E25CBD1A}"/>
                </a:ext>
              </a:extLst>
            </p:cNvPr>
            <p:cNvSpPr/>
            <p:nvPr/>
          </p:nvSpPr>
          <p:spPr>
            <a:xfrm>
              <a:off x="9086675" y="5019558"/>
              <a:ext cx="2122415" cy="419449"/>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latin typeface="Open Sans" panose="020B0606030504020204" pitchFamily="34" charset="0"/>
                  <a:ea typeface="Open Sans" panose="020B0606030504020204" pitchFamily="34" charset="0"/>
                  <a:cs typeface="Open Sans" panose="020B0606030504020204" pitchFamily="34" charset="0"/>
                </a:rPr>
                <a:t>Decoder</a:t>
              </a:r>
            </a:p>
          </p:txBody>
        </p:sp>
        <p:sp>
          <p:nvSpPr>
            <p:cNvPr id="13" name="Rounded Rectangle 12">
              <a:extLst>
                <a:ext uri="{FF2B5EF4-FFF2-40B4-BE49-F238E27FC236}">
                  <a16:creationId xmlns:a16="http://schemas.microsoft.com/office/drawing/2014/main" id="{C0AA6A55-8B44-08CC-B8AF-FAE2001F61DC}"/>
                </a:ext>
              </a:extLst>
            </p:cNvPr>
            <p:cNvSpPr/>
            <p:nvPr/>
          </p:nvSpPr>
          <p:spPr>
            <a:xfrm>
              <a:off x="9086675" y="5549347"/>
              <a:ext cx="2122415" cy="419449"/>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latin typeface="Open Sans" panose="020B0606030504020204" pitchFamily="34" charset="0"/>
                  <a:ea typeface="Open Sans" panose="020B0606030504020204" pitchFamily="34" charset="0"/>
                  <a:cs typeface="Open Sans" panose="020B0606030504020204" pitchFamily="34" charset="0"/>
                </a:rPr>
                <a:t>Decoder</a:t>
              </a:r>
            </a:p>
          </p:txBody>
        </p:sp>
        <p:sp>
          <p:nvSpPr>
            <p:cNvPr id="15" name="Rounded Rectangle 14">
              <a:extLst>
                <a:ext uri="{FF2B5EF4-FFF2-40B4-BE49-F238E27FC236}">
                  <a16:creationId xmlns:a16="http://schemas.microsoft.com/office/drawing/2014/main" id="{CD0E669F-485D-846B-AE39-D18383D63798}"/>
                </a:ext>
              </a:extLst>
            </p:cNvPr>
            <p:cNvSpPr/>
            <p:nvPr/>
          </p:nvSpPr>
          <p:spPr>
            <a:xfrm>
              <a:off x="9086675" y="6079136"/>
              <a:ext cx="2122415" cy="419449"/>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latin typeface="Open Sans" panose="020B0606030504020204" pitchFamily="34" charset="0"/>
                  <a:ea typeface="Open Sans" panose="020B0606030504020204" pitchFamily="34" charset="0"/>
                  <a:cs typeface="Open Sans" panose="020B0606030504020204" pitchFamily="34" charset="0"/>
                </a:rPr>
                <a:t>Decoder</a:t>
              </a:r>
            </a:p>
          </p:txBody>
        </p:sp>
        <p:sp>
          <p:nvSpPr>
            <p:cNvPr id="16" name="Rounded Rectangle 15">
              <a:extLst>
                <a:ext uri="{FF2B5EF4-FFF2-40B4-BE49-F238E27FC236}">
                  <a16:creationId xmlns:a16="http://schemas.microsoft.com/office/drawing/2014/main" id="{5573BCA1-EEA0-FA7A-7DD4-89BB37205344}"/>
                </a:ext>
              </a:extLst>
            </p:cNvPr>
            <p:cNvSpPr/>
            <p:nvPr/>
          </p:nvSpPr>
          <p:spPr>
            <a:xfrm>
              <a:off x="9086675" y="6608925"/>
              <a:ext cx="2122415" cy="419449"/>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latin typeface="Open Sans" panose="020B0606030504020204" pitchFamily="34" charset="0"/>
                  <a:ea typeface="Open Sans" panose="020B0606030504020204" pitchFamily="34" charset="0"/>
                  <a:cs typeface="Open Sans" panose="020B0606030504020204" pitchFamily="34" charset="0"/>
                </a:rPr>
                <a:t>Decoder</a:t>
              </a:r>
            </a:p>
          </p:txBody>
        </p:sp>
        <p:cxnSp>
          <p:nvCxnSpPr>
            <p:cNvPr id="18" name="Straight Arrow Connector 17">
              <a:extLst>
                <a:ext uri="{FF2B5EF4-FFF2-40B4-BE49-F238E27FC236}">
                  <a16:creationId xmlns:a16="http://schemas.microsoft.com/office/drawing/2014/main" id="{76BC8D68-E7E0-7009-2275-9E77693375D3}"/>
                </a:ext>
              </a:extLst>
            </p:cNvPr>
            <p:cNvCxnSpPr>
              <a:cxnSpLocks/>
              <a:stCxn id="2" idx="3"/>
              <a:endCxn id="10" idx="1"/>
            </p:cNvCxnSpPr>
            <p:nvPr/>
          </p:nvCxnSpPr>
          <p:spPr>
            <a:xfrm>
              <a:off x="7407479" y="4159035"/>
              <a:ext cx="1679196" cy="10440"/>
            </a:xfrm>
            <a:prstGeom prst="straightConnector1">
              <a:avLst/>
            </a:prstGeom>
            <a:ln w="19050">
              <a:solidFill>
                <a:srgbClr val="152E5D"/>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2E182CB-3425-2F70-37C7-80600CDA3A8F}"/>
                </a:ext>
              </a:extLst>
            </p:cNvPr>
            <p:cNvCxnSpPr>
              <a:cxnSpLocks/>
              <a:stCxn id="2" idx="3"/>
              <a:endCxn id="11" idx="1"/>
            </p:cNvCxnSpPr>
            <p:nvPr/>
          </p:nvCxnSpPr>
          <p:spPr>
            <a:xfrm>
              <a:off x="7407479" y="4159035"/>
              <a:ext cx="1679196" cy="540344"/>
            </a:xfrm>
            <a:prstGeom prst="straightConnector1">
              <a:avLst/>
            </a:prstGeom>
            <a:ln w="19050">
              <a:solidFill>
                <a:srgbClr val="152E5D"/>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82A48B3-D3E5-E38C-CEC8-F06B42B9586A}"/>
                </a:ext>
              </a:extLst>
            </p:cNvPr>
            <p:cNvCxnSpPr>
              <a:cxnSpLocks/>
              <a:stCxn id="2" idx="3"/>
              <a:endCxn id="12" idx="1"/>
            </p:cNvCxnSpPr>
            <p:nvPr/>
          </p:nvCxnSpPr>
          <p:spPr>
            <a:xfrm>
              <a:off x="7407479" y="4159035"/>
              <a:ext cx="1679196" cy="1070248"/>
            </a:xfrm>
            <a:prstGeom prst="straightConnector1">
              <a:avLst/>
            </a:prstGeom>
            <a:ln w="19050">
              <a:solidFill>
                <a:srgbClr val="152E5D"/>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708ACE1-AF19-FB46-762E-78F85FB071FA}"/>
                </a:ext>
              </a:extLst>
            </p:cNvPr>
            <p:cNvCxnSpPr>
              <a:cxnSpLocks/>
              <a:stCxn id="2" idx="3"/>
              <a:endCxn id="13" idx="1"/>
            </p:cNvCxnSpPr>
            <p:nvPr/>
          </p:nvCxnSpPr>
          <p:spPr>
            <a:xfrm>
              <a:off x="7407479" y="4159035"/>
              <a:ext cx="1679196" cy="1600037"/>
            </a:xfrm>
            <a:prstGeom prst="straightConnector1">
              <a:avLst/>
            </a:prstGeom>
            <a:ln w="19050">
              <a:solidFill>
                <a:srgbClr val="152E5D"/>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FC74B3A-AA11-1AC0-30AD-35D59C488EE9}"/>
                </a:ext>
              </a:extLst>
            </p:cNvPr>
            <p:cNvCxnSpPr>
              <a:cxnSpLocks/>
              <a:stCxn id="2" idx="3"/>
              <a:endCxn id="15" idx="1"/>
            </p:cNvCxnSpPr>
            <p:nvPr/>
          </p:nvCxnSpPr>
          <p:spPr>
            <a:xfrm>
              <a:off x="7407479" y="4159035"/>
              <a:ext cx="1679196" cy="2129826"/>
            </a:xfrm>
            <a:prstGeom prst="straightConnector1">
              <a:avLst/>
            </a:prstGeom>
            <a:ln w="19050">
              <a:solidFill>
                <a:srgbClr val="152E5D"/>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AC8FAE5F-1C84-1798-A2EB-40E6368CA9B5}"/>
                </a:ext>
              </a:extLst>
            </p:cNvPr>
            <p:cNvCxnSpPr>
              <a:cxnSpLocks/>
              <a:stCxn id="2" idx="3"/>
              <a:endCxn id="16" idx="1"/>
            </p:cNvCxnSpPr>
            <p:nvPr/>
          </p:nvCxnSpPr>
          <p:spPr>
            <a:xfrm>
              <a:off x="7407479" y="4159035"/>
              <a:ext cx="1679196" cy="2659615"/>
            </a:xfrm>
            <a:prstGeom prst="straightConnector1">
              <a:avLst/>
            </a:prstGeom>
            <a:ln w="19050">
              <a:solidFill>
                <a:srgbClr val="152E5D"/>
              </a:solidFill>
              <a:tailEnd type="triangle" w="lg" len="med"/>
            </a:ln>
          </p:spPr>
          <p:style>
            <a:lnRef idx="1">
              <a:schemeClr val="accent1"/>
            </a:lnRef>
            <a:fillRef idx="0">
              <a:schemeClr val="accent1"/>
            </a:fillRef>
            <a:effectRef idx="0">
              <a:schemeClr val="accent1"/>
            </a:effectRef>
            <a:fontRef idx="minor">
              <a:schemeClr val="tx1"/>
            </a:fontRef>
          </p:style>
        </p:cxnSp>
        <p:sp>
          <p:nvSpPr>
            <p:cNvPr id="35" name="Rounded Rectangle 34">
              <a:extLst>
                <a:ext uri="{FF2B5EF4-FFF2-40B4-BE49-F238E27FC236}">
                  <a16:creationId xmlns:a16="http://schemas.microsoft.com/office/drawing/2014/main" id="{3BAD1D7E-144F-63A4-23AC-A3472C1956A3}"/>
                </a:ext>
              </a:extLst>
            </p:cNvPr>
            <p:cNvSpPr/>
            <p:nvPr/>
          </p:nvSpPr>
          <p:spPr>
            <a:xfrm>
              <a:off x="4893239" y="3656357"/>
              <a:ext cx="6721956" cy="3630837"/>
            </a:xfrm>
            <a:prstGeom prst="roundRect">
              <a:avLst>
                <a:gd name="adj" fmla="val 4505"/>
              </a:avLst>
            </a:prstGeom>
            <a:noFill/>
            <a:ln>
              <a:solidFill>
                <a:srgbClr val="15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36" name="Rounded Rectangle 35">
              <a:extLst>
                <a:ext uri="{FF2B5EF4-FFF2-40B4-BE49-F238E27FC236}">
                  <a16:creationId xmlns:a16="http://schemas.microsoft.com/office/drawing/2014/main" id="{1AE255ED-3B6D-ED5A-1592-BC1B09B5F2CC}"/>
                </a:ext>
              </a:extLst>
            </p:cNvPr>
            <p:cNvSpPr/>
            <p:nvPr/>
          </p:nvSpPr>
          <p:spPr>
            <a:xfrm>
              <a:off x="9255325" y="2843157"/>
              <a:ext cx="1810872" cy="461394"/>
            </a:xfrm>
            <a:prstGeom prst="roundRect">
              <a:avLst/>
            </a:prstGeom>
            <a:solidFill>
              <a:schemeClr val="accent6">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 am a student</a:t>
              </a:r>
            </a:p>
          </p:txBody>
        </p:sp>
        <p:sp>
          <p:nvSpPr>
            <p:cNvPr id="37" name="Rounded Rectangle 36">
              <a:extLst>
                <a:ext uri="{FF2B5EF4-FFF2-40B4-BE49-F238E27FC236}">
                  <a16:creationId xmlns:a16="http://schemas.microsoft.com/office/drawing/2014/main" id="{1959C377-487F-572C-CE71-D7B5A06AE977}"/>
                </a:ext>
              </a:extLst>
            </p:cNvPr>
            <p:cNvSpPr/>
            <p:nvPr/>
          </p:nvSpPr>
          <p:spPr>
            <a:xfrm>
              <a:off x="5443151" y="7637842"/>
              <a:ext cx="1810872" cy="659990"/>
            </a:xfrm>
            <a:prstGeom prst="roundRect">
              <a:avLst/>
            </a:prstGeom>
            <a:solidFill>
              <a:schemeClr val="accent6">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Je suis </a:t>
              </a:r>
              <a:r>
                <a:rPr lang="en-US" sz="1800" err="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étudiant</a:t>
              </a:r>
              <a:endParaRPr lang="en-US" sz="18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8" name="Rounded Rectangle 37">
              <a:extLst>
                <a:ext uri="{FF2B5EF4-FFF2-40B4-BE49-F238E27FC236}">
                  <a16:creationId xmlns:a16="http://schemas.microsoft.com/office/drawing/2014/main" id="{C43283CD-472D-DD48-3831-DEBD77F88A7B}"/>
                </a:ext>
              </a:extLst>
            </p:cNvPr>
            <p:cNvSpPr/>
            <p:nvPr/>
          </p:nvSpPr>
          <p:spPr>
            <a:xfrm>
              <a:off x="7975813" y="2843157"/>
              <a:ext cx="1279512" cy="461394"/>
            </a:xfrm>
            <a:prstGeom prst="round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Output (English)</a:t>
              </a:r>
            </a:p>
          </p:txBody>
        </p:sp>
        <p:sp>
          <p:nvSpPr>
            <p:cNvPr id="39" name="Rounded Rectangle 38">
              <a:extLst>
                <a:ext uri="{FF2B5EF4-FFF2-40B4-BE49-F238E27FC236}">
                  <a16:creationId xmlns:a16="http://schemas.microsoft.com/office/drawing/2014/main" id="{18B1CF64-5CF4-126F-835B-A747F3C0483D}"/>
                </a:ext>
              </a:extLst>
            </p:cNvPr>
            <p:cNvSpPr/>
            <p:nvPr/>
          </p:nvSpPr>
          <p:spPr>
            <a:xfrm>
              <a:off x="3900782" y="7637842"/>
              <a:ext cx="1560724" cy="461394"/>
            </a:xfrm>
            <a:prstGeom prst="round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Input</a:t>
              </a:r>
            </a:p>
            <a:p>
              <a:pPr algn="ctr"/>
              <a:r>
                <a:rPr lang="en-US" sz="18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(French)</a:t>
              </a:r>
            </a:p>
          </p:txBody>
        </p:sp>
        <p:cxnSp>
          <p:nvCxnSpPr>
            <p:cNvPr id="40" name="Straight Arrow Connector 39">
              <a:extLst>
                <a:ext uri="{FF2B5EF4-FFF2-40B4-BE49-F238E27FC236}">
                  <a16:creationId xmlns:a16="http://schemas.microsoft.com/office/drawing/2014/main" id="{4FFB160B-DB8C-91A4-F8B4-35B52784CA17}"/>
                </a:ext>
              </a:extLst>
            </p:cNvPr>
            <p:cNvCxnSpPr>
              <a:cxnSpLocks/>
              <a:stCxn id="9" idx="0"/>
              <a:endCxn id="7" idx="2"/>
            </p:cNvCxnSpPr>
            <p:nvPr/>
          </p:nvCxnSpPr>
          <p:spPr>
            <a:xfrm flipV="1">
              <a:off x="6346272" y="6462541"/>
              <a:ext cx="0" cy="161548"/>
            </a:xfrm>
            <a:prstGeom prst="straightConnector1">
              <a:avLst/>
            </a:prstGeom>
            <a:ln w="19050">
              <a:solidFill>
                <a:srgbClr val="152E5D"/>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3CB0E98-66A9-1332-9B3C-945AE259922D}"/>
                </a:ext>
              </a:extLst>
            </p:cNvPr>
            <p:cNvCxnSpPr>
              <a:cxnSpLocks/>
            </p:cNvCxnSpPr>
            <p:nvPr/>
          </p:nvCxnSpPr>
          <p:spPr>
            <a:xfrm flipV="1">
              <a:off x="6346272" y="5888022"/>
              <a:ext cx="0" cy="161548"/>
            </a:xfrm>
            <a:prstGeom prst="straightConnector1">
              <a:avLst/>
            </a:prstGeom>
            <a:ln w="19050">
              <a:solidFill>
                <a:srgbClr val="152E5D"/>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41C1BA4-A3A8-CECC-52D8-E7579DCE8B91}"/>
                </a:ext>
              </a:extLst>
            </p:cNvPr>
            <p:cNvCxnSpPr>
              <a:cxnSpLocks/>
            </p:cNvCxnSpPr>
            <p:nvPr/>
          </p:nvCxnSpPr>
          <p:spPr>
            <a:xfrm flipV="1">
              <a:off x="6344753" y="5406119"/>
              <a:ext cx="0" cy="161548"/>
            </a:xfrm>
            <a:prstGeom prst="straightConnector1">
              <a:avLst/>
            </a:prstGeom>
            <a:ln w="19050">
              <a:solidFill>
                <a:srgbClr val="152E5D"/>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A90E49E5-9C44-255B-EE48-6C92A9EB0AF8}"/>
                </a:ext>
              </a:extLst>
            </p:cNvPr>
            <p:cNvCxnSpPr>
              <a:cxnSpLocks/>
            </p:cNvCxnSpPr>
            <p:nvPr/>
          </p:nvCxnSpPr>
          <p:spPr>
            <a:xfrm flipV="1">
              <a:off x="6344753" y="4861952"/>
              <a:ext cx="0" cy="161548"/>
            </a:xfrm>
            <a:prstGeom prst="straightConnector1">
              <a:avLst/>
            </a:prstGeom>
            <a:ln w="19050">
              <a:solidFill>
                <a:srgbClr val="152E5D"/>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4A0146B-4D73-E83C-86AD-3B254520B52F}"/>
                </a:ext>
              </a:extLst>
            </p:cNvPr>
            <p:cNvCxnSpPr>
              <a:cxnSpLocks/>
            </p:cNvCxnSpPr>
            <p:nvPr/>
          </p:nvCxnSpPr>
          <p:spPr>
            <a:xfrm flipV="1">
              <a:off x="6344753" y="4361139"/>
              <a:ext cx="0" cy="161548"/>
            </a:xfrm>
            <a:prstGeom prst="straightConnector1">
              <a:avLst/>
            </a:prstGeom>
            <a:ln w="19050">
              <a:solidFill>
                <a:srgbClr val="152E5D"/>
              </a:solidFill>
              <a:tailEnd type="triangle" w="lg" len="med"/>
            </a:ln>
          </p:spPr>
          <p:style>
            <a:lnRef idx="1">
              <a:schemeClr val="accent1"/>
            </a:lnRef>
            <a:fillRef idx="0">
              <a:schemeClr val="accent1"/>
            </a:fillRef>
            <a:effectRef idx="0">
              <a:schemeClr val="accent1"/>
            </a:effectRef>
            <a:fontRef idx="minor">
              <a:schemeClr val="tx1"/>
            </a:fontRef>
          </p:style>
        </p:cxnSp>
        <p:sp>
          <p:nvSpPr>
            <p:cNvPr id="9" name="Rounded Rectangle 8">
              <a:extLst>
                <a:ext uri="{FF2B5EF4-FFF2-40B4-BE49-F238E27FC236}">
                  <a16:creationId xmlns:a16="http://schemas.microsoft.com/office/drawing/2014/main" id="{AF557655-6EFA-8DEB-9622-3697521D9028}"/>
                </a:ext>
              </a:extLst>
            </p:cNvPr>
            <p:cNvSpPr/>
            <p:nvPr/>
          </p:nvSpPr>
          <p:spPr>
            <a:xfrm>
              <a:off x="5285064" y="6598485"/>
              <a:ext cx="2122415" cy="419449"/>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latin typeface="Open Sans" panose="020B0606030504020204" pitchFamily="34" charset="0"/>
                  <a:ea typeface="Open Sans" panose="020B0606030504020204" pitchFamily="34" charset="0"/>
                  <a:cs typeface="Open Sans" panose="020B0606030504020204" pitchFamily="34" charset="0"/>
                </a:rPr>
                <a:t>Encoder</a:t>
              </a:r>
            </a:p>
          </p:txBody>
        </p:sp>
        <p:cxnSp>
          <p:nvCxnSpPr>
            <p:cNvPr id="50" name="Straight Arrow Connector 49">
              <a:extLst>
                <a:ext uri="{FF2B5EF4-FFF2-40B4-BE49-F238E27FC236}">
                  <a16:creationId xmlns:a16="http://schemas.microsoft.com/office/drawing/2014/main" id="{C9E91A79-C51D-AEB4-9AE7-A5DFA067EF02}"/>
                </a:ext>
              </a:extLst>
            </p:cNvPr>
            <p:cNvCxnSpPr>
              <a:cxnSpLocks/>
              <a:stCxn id="37" idx="0"/>
              <a:endCxn id="9" idx="2"/>
            </p:cNvCxnSpPr>
            <p:nvPr/>
          </p:nvCxnSpPr>
          <p:spPr>
            <a:xfrm flipH="1" flipV="1">
              <a:off x="6346272" y="7017934"/>
              <a:ext cx="2315" cy="619908"/>
            </a:xfrm>
            <a:prstGeom prst="straightConnector1">
              <a:avLst/>
            </a:prstGeom>
            <a:ln w="19050">
              <a:solidFill>
                <a:srgbClr val="152E5D"/>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DD49DBA4-860E-8029-BD54-A6ADB69FF60B}"/>
                </a:ext>
              </a:extLst>
            </p:cNvPr>
            <p:cNvCxnSpPr>
              <a:cxnSpLocks/>
            </p:cNvCxnSpPr>
            <p:nvPr/>
          </p:nvCxnSpPr>
          <p:spPr>
            <a:xfrm flipH="1" flipV="1">
              <a:off x="10158446" y="3304551"/>
              <a:ext cx="2315" cy="619908"/>
            </a:xfrm>
            <a:prstGeom prst="straightConnector1">
              <a:avLst/>
            </a:prstGeom>
            <a:ln w="19050">
              <a:solidFill>
                <a:srgbClr val="152E5D"/>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3065CFE1-ED1D-A1C5-A854-BA7DD6C37608}"/>
                </a:ext>
              </a:extLst>
            </p:cNvPr>
            <p:cNvCxnSpPr>
              <a:cxnSpLocks/>
            </p:cNvCxnSpPr>
            <p:nvPr/>
          </p:nvCxnSpPr>
          <p:spPr>
            <a:xfrm flipV="1">
              <a:off x="10150008" y="6489222"/>
              <a:ext cx="0" cy="161548"/>
            </a:xfrm>
            <a:prstGeom prst="straightConnector1">
              <a:avLst/>
            </a:prstGeom>
            <a:ln w="19050">
              <a:solidFill>
                <a:srgbClr val="152E5D"/>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56B0BEC4-9FAB-7EDD-4A99-C92B99B168C8}"/>
                </a:ext>
              </a:extLst>
            </p:cNvPr>
            <p:cNvCxnSpPr>
              <a:cxnSpLocks/>
            </p:cNvCxnSpPr>
            <p:nvPr/>
          </p:nvCxnSpPr>
          <p:spPr>
            <a:xfrm flipV="1">
              <a:off x="10158446" y="5958356"/>
              <a:ext cx="0" cy="161548"/>
            </a:xfrm>
            <a:prstGeom prst="straightConnector1">
              <a:avLst/>
            </a:prstGeom>
            <a:ln w="19050">
              <a:solidFill>
                <a:srgbClr val="152E5D"/>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FAF7DE73-BEEA-FC5C-EE79-409263A97AB9}"/>
                </a:ext>
              </a:extLst>
            </p:cNvPr>
            <p:cNvCxnSpPr>
              <a:cxnSpLocks/>
            </p:cNvCxnSpPr>
            <p:nvPr/>
          </p:nvCxnSpPr>
          <p:spPr>
            <a:xfrm flipV="1">
              <a:off x="10158446" y="5406119"/>
              <a:ext cx="0" cy="161548"/>
            </a:xfrm>
            <a:prstGeom prst="straightConnector1">
              <a:avLst/>
            </a:prstGeom>
            <a:ln w="19050">
              <a:solidFill>
                <a:srgbClr val="152E5D"/>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070465E3-CEFE-D7ED-67B9-33A2F099964B}"/>
                </a:ext>
              </a:extLst>
            </p:cNvPr>
            <p:cNvCxnSpPr>
              <a:cxnSpLocks/>
            </p:cNvCxnSpPr>
            <p:nvPr/>
          </p:nvCxnSpPr>
          <p:spPr>
            <a:xfrm flipV="1">
              <a:off x="10147882" y="4898663"/>
              <a:ext cx="0" cy="161548"/>
            </a:xfrm>
            <a:prstGeom prst="straightConnector1">
              <a:avLst/>
            </a:prstGeom>
            <a:ln w="19050">
              <a:solidFill>
                <a:srgbClr val="152E5D"/>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348EA237-1891-CF38-2B04-8BB061B9DDB1}"/>
                </a:ext>
              </a:extLst>
            </p:cNvPr>
            <p:cNvCxnSpPr>
              <a:cxnSpLocks/>
            </p:cNvCxnSpPr>
            <p:nvPr/>
          </p:nvCxnSpPr>
          <p:spPr>
            <a:xfrm flipV="1">
              <a:off x="10158446" y="4348433"/>
              <a:ext cx="0" cy="161548"/>
            </a:xfrm>
            <a:prstGeom prst="straightConnector1">
              <a:avLst/>
            </a:prstGeom>
            <a:ln w="19050">
              <a:solidFill>
                <a:srgbClr val="152E5D"/>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C90472AA-0E6C-1F4F-DBFB-7788A208EA6D}"/>
                </a:ext>
              </a:extLst>
            </p:cNvPr>
            <p:cNvCxnSpPr>
              <a:cxnSpLocks/>
            </p:cNvCxnSpPr>
            <p:nvPr/>
          </p:nvCxnSpPr>
          <p:spPr>
            <a:xfrm flipV="1">
              <a:off x="10158446" y="7028374"/>
              <a:ext cx="0" cy="161548"/>
            </a:xfrm>
            <a:prstGeom prst="straightConnector1">
              <a:avLst/>
            </a:prstGeom>
            <a:ln w="19050">
              <a:solidFill>
                <a:srgbClr val="152E5D"/>
              </a:solidFill>
              <a:tailEnd type="triangle" w="lg" len="med"/>
            </a:ln>
          </p:spPr>
          <p:style>
            <a:lnRef idx="1">
              <a:schemeClr val="accent1"/>
            </a:lnRef>
            <a:fillRef idx="0">
              <a:schemeClr val="accent1"/>
            </a:fillRef>
            <a:effectRef idx="0">
              <a:schemeClr val="accent1"/>
            </a:effectRef>
            <a:fontRef idx="minor">
              <a:schemeClr val="tx1"/>
            </a:fontRef>
          </p:style>
        </p:cxnSp>
      </p:grpSp>
      <p:sp>
        <p:nvSpPr>
          <p:cNvPr id="28" name="Brandline_LVC">
            <a:extLst>
              <a:ext uri="{FF2B5EF4-FFF2-40B4-BE49-F238E27FC236}">
                <a16:creationId xmlns:a16="http://schemas.microsoft.com/office/drawing/2014/main" id="{DC91DE02-D737-C372-69B2-20F0B715832F}"/>
              </a:ext>
            </a:extLst>
          </p:cNvPr>
          <p:cNvSpPr/>
          <p:nvPr/>
        </p:nvSpPr>
        <p:spPr>
          <a:xfrm>
            <a:off x="4559300" y="816352"/>
            <a:ext cx="714263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1137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Transformer Model Architecture</a:t>
            </a:r>
          </a:p>
        </p:txBody>
      </p:sp>
      <p:sp>
        <p:nvSpPr>
          <p:cNvPr id="21" name="Rectangle: Rounded Corners 20">
            <a:extLst>
              <a:ext uri="{FF2B5EF4-FFF2-40B4-BE49-F238E27FC236}">
                <a16:creationId xmlns:a16="http://schemas.microsoft.com/office/drawing/2014/main" id="{526C17FF-ED11-1990-1B8E-3B50996E2566}"/>
              </a:ext>
            </a:extLst>
          </p:cNvPr>
          <p:cNvSpPr/>
          <p:nvPr/>
        </p:nvSpPr>
        <p:spPr>
          <a:xfrm>
            <a:off x="3685314" y="2638209"/>
            <a:ext cx="8885370" cy="3867581"/>
          </a:xfrm>
          <a:prstGeom prst="roundRect">
            <a:avLst>
              <a:gd name="adj" fmla="val 3767"/>
            </a:avLst>
          </a:prstGeom>
          <a:solidFill>
            <a:srgbClr val="E2F0D9"/>
          </a:solidFill>
          <a:ln>
            <a:solidFill>
              <a:srgbClr val="568A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02900" indent="-342900" algn="l">
              <a:lnSpc>
                <a:spcPct val="114000"/>
              </a:lnSpc>
              <a:spcBef>
                <a:spcPts val="1100"/>
              </a:spcBef>
              <a:buFont typeface="Arial" panose="020B0604020202020204" pitchFamily="34" charset="0"/>
              <a:buChar char="•"/>
            </a:pP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The e</a:t>
            </a: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ncoder processes input sequences and captures contextual information</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employing self-attention to integrate information across the entire sequence. </a:t>
            </a:r>
            <a:endPar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endParaRPr>
          </a:p>
          <a:p>
            <a:pPr marL="702900" indent="-342900" algn="l">
              <a:lnSpc>
                <a:spcPct val="114000"/>
              </a:lnSpc>
              <a:spcBef>
                <a:spcPts val="1100"/>
              </a:spcBef>
              <a:buFont typeface="Arial" panose="020B0604020202020204" pitchFamily="34" charset="0"/>
              <a:buChar char="•"/>
            </a:pP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The d</a:t>
            </a: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ecoder generates an output sequence and predicts the next word based on context.</a:t>
            </a:r>
          </a:p>
          <a:p>
            <a:pPr marL="702900" indent="-342900" algn="l">
              <a:lnSpc>
                <a:spcPct val="114000"/>
              </a:lnSpc>
              <a:spcBef>
                <a:spcPts val="1100"/>
              </a:spcBef>
              <a:buFont typeface="Arial" panose="020B0604020202020204" pitchFamily="34" charset="0"/>
              <a:buChar char="•"/>
            </a:pP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The a</a:t>
            </a: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rchitecture ensures accurate and coherent sequence processing and generation.</a:t>
            </a:r>
          </a:p>
        </p:txBody>
      </p:sp>
      <p:sp>
        <p:nvSpPr>
          <p:cNvPr id="28" name="Brandline_LVC">
            <a:extLst>
              <a:ext uri="{FF2B5EF4-FFF2-40B4-BE49-F238E27FC236}">
                <a16:creationId xmlns:a16="http://schemas.microsoft.com/office/drawing/2014/main" id="{DC91DE02-D737-C372-69B2-20F0B715832F}"/>
              </a:ext>
            </a:extLst>
          </p:cNvPr>
          <p:cNvSpPr/>
          <p:nvPr/>
        </p:nvSpPr>
        <p:spPr>
          <a:xfrm>
            <a:off x="4559300" y="816352"/>
            <a:ext cx="714263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Rounded Corners 56">
            <a:extLst>
              <a:ext uri="{FF2B5EF4-FFF2-40B4-BE49-F238E27FC236}">
                <a16:creationId xmlns:a16="http://schemas.microsoft.com/office/drawing/2014/main" id="{9244F8EB-D580-A7F2-79A0-E9CEFADEA9FD}"/>
              </a:ext>
            </a:extLst>
          </p:cNvPr>
          <p:cNvSpPr/>
          <p:nvPr/>
        </p:nvSpPr>
        <p:spPr>
          <a:xfrm>
            <a:off x="5653216" y="2136777"/>
            <a:ext cx="5029200" cy="687300"/>
          </a:xfrm>
          <a:prstGeom prst="roundRect">
            <a:avLst/>
          </a:prstGeom>
          <a:solidFill>
            <a:srgbClr val="E2F0D9"/>
          </a:solidFill>
          <a:ln>
            <a:solidFill>
              <a:srgbClr val="568A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Working of encoder and decoder</a:t>
            </a:r>
            <a:endPar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8197995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Transformer Model Architecture</a:t>
            </a:r>
          </a:p>
        </p:txBody>
      </p:sp>
      <p:sp>
        <p:nvSpPr>
          <p:cNvPr id="5" name="Google Shape;343;p43"/>
          <p:cNvSpPr/>
          <p:nvPr/>
        </p:nvSpPr>
        <p:spPr>
          <a:xfrm>
            <a:off x="1269939" y="1133740"/>
            <a:ext cx="13716000" cy="980943"/>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4000"/>
              </a:lnSpc>
              <a:spcBef>
                <a:spcPts val="1100"/>
              </a:spcBef>
            </a:pP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In transformer architecture, multiple identical encoders and decoders layer for sequence-to-sequence processing, as shown below:</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Brandline_LVC">
            <a:extLst>
              <a:ext uri="{FF2B5EF4-FFF2-40B4-BE49-F238E27FC236}">
                <a16:creationId xmlns:a16="http://schemas.microsoft.com/office/drawing/2014/main" id="{96085B9E-BE79-BD81-D20A-BBF1A09761A1}"/>
              </a:ext>
            </a:extLst>
          </p:cNvPr>
          <p:cNvSpPr/>
          <p:nvPr/>
        </p:nvSpPr>
        <p:spPr>
          <a:xfrm>
            <a:off x="4559300" y="816352"/>
            <a:ext cx="714263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49" name="TextBox 648">
            <a:extLst>
              <a:ext uri="{FF2B5EF4-FFF2-40B4-BE49-F238E27FC236}">
                <a16:creationId xmlns:a16="http://schemas.microsoft.com/office/drawing/2014/main" id="{0DF2B3D3-4123-9E7A-0597-7CA0459014FE}"/>
              </a:ext>
            </a:extLst>
          </p:cNvPr>
          <p:cNvSpPr txBox="1"/>
          <p:nvPr/>
        </p:nvSpPr>
        <p:spPr>
          <a:xfrm>
            <a:off x="8127939" y="3861768"/>
            <a:ext cx="6157021" cy="2263645"/>
          </a:xfrm>
          <a:prstGeom prst="roundRect">
            <a:avLst>
              <a:gd name="adj" fmla="val 9591"/>
            </a:avLst>
          </a:prstGeom>
          <a:solidFill>
            <a:srgbClr val="E4F8FF"/>
          </a:solidFill>
        </p:spPr>
        <p:txBody>
          <a:bodyPr wrap="square" anchor="ctr">
            <a:spAutoFit/>
          </a:bodyPr>
          <a:lstStyle/>
          <a:p>
            <a:pPr marL="342900" marR="0" indent="-342900" defTabSz="1219170">
              <a:lnSpc>
                <a:spcPct val="114000"/>
              </a:lnSpc>
              <a:spcBef>
                <a:spcPts val="1100"/>
              </a:spcBef>
              <a:spcAft>
                <a:spcPts val="0"/>
              </a:spcAft>
              <a:buClr>
                <a:srgbClr val="000000"/>
              </a:buClr>
              <a:buSzPts val="2400"/>
              <a:buFont typeface="Arial" panose="020B0604020202020204" pitchFamily="34" charset="0"/>
              <a:buChar char="•"/>
            </a:pP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a:t>
            </a: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t is common to have six or more of these identical layers.</a:t>
            </a:r>
          </a:p>
          <a:p>
            <a:pPr marL="342900" indent="-342900" defTabSz="1219170">
              <a:lnSpc>
                <a:spcPct val="114000"/>
              </a:lnSpc>
              <a:spcBef>
                <a:spcPts val="1100"/>
              </a:spcBef>
              <a:buClr>
                <a:srgbClr val="000000"/>
              </a:buClr>
              <a:buSzPts val="2400"/>
              <a:buFont typeface="Arial" panose="020B0604020202020204" pitchFamily="34" charset="0"/>
              <a:buChar char="•"/>
            </a:pP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The stacking of these layers enables effective information capture and generation in transformer models.</a:t>
            </a:r>
            <a:endPar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2" name="Group 1">
            <a:extLst>
              <a:ext uri="{FF2B5EF4-FFF2-40B4-BE49-F238E27FC236}">
                <a16:creationId xmlns:a16="http://schemas.microsoft.com/office/drawing/2014/main" id="{04F55133-5656-CB3E-9F65-B3CC9876AD94}"/>
              </a:ext>
            </a:extLst>
          </p:cNvPr>
          <p:cNvGrpSpPr/>
          <p:nvPr/>
        </p:nvGrpSpPr>
        <p:grpSpPr>
          <a:xfrm>
            <a:off x="2442431" y="1881676"/>
            <a:ext cx="3660522" cy="6297688"/>
            <a:chOff x="2059829" y="1087350"/>
            <a:chExt cx="3660522" cy="4669925"/>
          </a:xfrm>
        </p:grpSpPr>
        <p:cxnSp>
          <p:nvCxnSpPr>
            <p:cNvPr id="3" name="Straight Arrow Connector 2">
              <a:extLst>
                <a:ext uri="{FF2B5EF4-FFF2-40B4-BE49-F238E27FC236}">
                  <a16:creationId xmlns:a16="http://schemas.microsoft.com/office/drawing/2014/main" id="{7ABF3D91-4EBE-65CE-FBA7-327228C5688D}"/>
                </a:ext>
              </a:extLst>
            </p:cNvPr>
            <p:cNvCxnSpPr>
              <a:cxnSpLocks/>
            </p:cNvCxnSpPr>
            <p:nvPr/>
          </p:nvCxnSpPr>
          <p:spPr>
            <a:xfrm flipV="1">
              <a:off x="4534042" y="1943607"/>
              <a:ext cx="0" cy="474209"/>
            </a:xfrm>
            <a:prstGeom prst="straightConnector1">
              <a:avLst/>
            </a:prstGeom>
            <a:ln w="12700">
              <a:headEnd w="sm" len="med"/>
              <a:tailEnd type="triangle" w="sm" len="sm"/>
            </a:ln>
          </p:spPr>
          <p:style>
            <a:lnRef idx="1">
              <a:schemeClr val="dk1"/>
            </a:lnRef>
            <a:fillRef idx="0">
              <a:schemeClr val="dk1"/>
            </a:fillRef>
            <a:effectRef idx="0">
              <a:schemeClr val="dk1"/>
            </a:effectRef>
            <a:fontRef idx="minor">
              <a:schemeClr val="tx1"/>
            </a:fontRef>
          </p:style>
        </p:cxnSp>
        <p:cxnSp>
          <p:nvCxnSpPr>
            <p:cNvPr id="4" name="Straight Arrow Connector 3">
              <a:extLst>
                <a:ext uri="{FF2B5EF4-FFF2-40B4-BE49-F238E27FC236}">
                  <a16:creationId xmlns:a16="http://schemas.microsoft.com/office/drawing/2014/main" id="{C85D4310-6B9C-E1CB-31CF-A940C04EDAA4}"/>
                </a:ext>
              </a:extLst>
            </p:cNvPr>
            <p:cNvCxnSpPr>
              <a:cxnSpLocks/>
            </p:cNvCxnSpPr>
            <p:nvPr/>
          </p:nvCxnSpPr>
          <p:spPr>
            <a:xfrm flipV="1">
              <a:off x="4534042" y="1688783"/>
              <a:ext cx="0" cy="221222"/>
            </a:xfrm>
            <a:prstGeom prst="straightConnector1">
              <a:avLst/>
            </a:prstGeom>
            <a:ln w="12700">
              <a:headEnd w="sm" len="med"/>
              <a:tailEnd type="triangle" w="sm" len="sm"/>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4CF80F13-951F-9ED9-CD52-BFC39FA1FD58}"/>
                </a:ext>
              </a:extLst>
            </p:cNvPr>
            <p:cNvCxnSpPr>
              <a:cxnSpLocks/>
            </p:cNvCxnSpPr>
            <p:nvPr/>
          </p:nvCxnSpPr>
          <p:spPr>
            <a:xfrm flipV="1">
              <a:off x="4534042" y="1357760"/>
              <a:ext cx="0" cy="221222"/>
            </a:xfrm>
            <a:prstGeom prst="straightConnector1">
              <a:avLst/>
            </a:prstGeom>
            <a:ln w="12700">
              <a:headEnd w="sm" len="med"/>
              <a:tailEnd type="triangle" w="sm" len="sm"/>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A1CF0695-3475-337F-57F4-F0C27364671D}"/>
                </a:ext>
              </a:extLst>
            </p:cNvPr>
            <p:cNvCxnSpPr>
              <a:cxnSpLocks/>
            </p:cNvCxnSpPr>
            <p:nvPr/>
          </p:nvCxnSpPr>
          <p:spPr>
            <a:xfrm flipV="1">
              <a:off x="4538710" y="2667787"/>
              <a:ext cx="0" cy="221222"/>
            </a:xfrm>
            <a:prstGeom prst="straightConnector1">
              <a:avLst/>
            </a:prstGeom>
            <a:ln w="12700">
              <a:headEnd w="sm" len="med"/>
              <a:tailEnd type="triangle" w="sm" len="sm"/>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F32A65B5-CBC4-3C5C-BAA3-B8485B34A439}"/>
                </a:ext>
              </a:extLst>
            </p:cNvPr>
            <p:cNvCxnSpPr>
              <a:cxnSpLocks/>
            </p:cNvCxnSpPr>
            <p:nvPr/>
          </p:nvCxnSpPr>
          <p:spPr>
            <a:xfrm rot="5400000">
              <a:off x="4428264" y="3716839"/>
              <a:ext cx="222395"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Connector: Elbow 10">
              <a:extLst>
                <a:ext uri="{FF2B5EF4-FFF2-40B4-BE49-F238E27FC236}">
                  <a16:creationId xmlns:a16="http://schemas.microsoft.com/office/drawing/2014/main" id="{70797BA3-0CB7-8A94-2A3E-57CCB62B9631}"/>
                </a:ext>
              </a:extLst>
            </p:cNvPr>
            <p:cNvCxnSpPr>
              <a:cxnSpLocks/>
              <a:stCxn id="19" idx="0"/>
              <a:endCxn id="17" idx="2"/>
            </p:cNvCxnSpPr>
            <p:nvPr/>
          </p:nvCxnSpPr>
          <p:spPr>
            <a:xfrm rot="16200000" flipH="1">
              <a:off x="3836093" y="2597817"/>
              <a:ext cx="106289" cy="1299783"/>
            </a:xfrm>
            <a:prstGeom prst="bentConnector5">
              <a:avLst>
                <a:gd name="adj1" fmla="val -349495"/>
                <a:gd name="adj2" fmla="val 50000"/>
                <a:gd name="adj3" fmla="val 252344"/>
              </a:avLst>
            </a:prstGeom>
            <a:ln w="12700">
              <a:headEnd w="lg" len="med"/>
              <a:tailEnd type="triangle" w="sm" len="sm"/>
            </a:ln>
          </p:spPr>
          <p:style>
            <a:lnRef idx="1">
              <a:schemeClr val="dk1"/>
            </a:lnRef>
            <a:fillRef idx="0">
              <a:schemeClr val="dk1"/>
            </a:fillRef>
            <a:effectRef idx="0">
              <a:schemeClr val="dk1"/>
            </a:effectRef>
            <a:fontRef idx="minor">
              <a:schemeClr val="tx1"/>
            </a:fontRef>
          </p:style>
        </p:cxnSp>
        <p:sp>
          <p:nvSpPr>
            <p:cNvPr id="12" name="Rectangle: Rounded Corners 11">
              <a:extLst>
                <a:ext uri="{FF2B5EF4-FFF2-40B4-BE49-F238E27FC236}">
                  <a16:creationId xmlns:a16="http://schemas.microsoft.com/office/drawing/2014/main" id="{112B99F8-BF4C-5CC4-B0BB-736E04F3CBAD}"/>
                </a:ext>
              </a:extLst>
            </p:cNvPr>
            <p:cNvSpPr/>
            <p:nvPr/>
          </p:nvSpPr>
          <p:spPr>
            <a:xfrm>
              <a:off x="4060822" y="1538298"/>
              <a:ext cx="956615" cy="142081"/>
            </a:xfrm>
            <a:prstGeom prst="roundRect">
              <a:avLst>
                <a:gd name="adj" fmla="val 13316"/>
              </a:avLst>
            </a:prstGeom>
            <a:solidFill>
              <a:srgbClr val="C9E8CB"/>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err="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Softmax</a:t>
              </a:r>
              <a:endPar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extBox 12">
              <a:extLst>
                <a:ext uri="{FF2B5EF4-FFF2-40B4-BE49-F238E27FC236}">
                  <a16:creationId xmlns:a16="http://schemas.microsoft.com/office/drawing/2014/main" id="{BFB956FC-2B87-4766-AF62-624E95A9F47F}"/>
                </a:ext>
              </a:extLst>
            </p:cNvPr>
            <p:cNvSpPr txBox="1"/>
            <p:nvPr/>
          </p:nvSpPr>
          <p:spPr>
            <a:xfrm>
              <a:off x="4076503" y="1087350"/>
              <a:ext cx="925253" cy="273281"/>
            </a:xfrm>
            <a:prstGeom prst="rect">
              <a:avLst/>
            </a:prstGeom>
            <a:noFill/>
          </p:spPr>
          <p:txBody>
            <a:bodyPr wrap="none" rtlCol="0">
              <a:spAutoFit/>
            </a:bodyPr>
            <a:lstStyle/>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Output</a:t>
              </a:r>
            </a:p>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Probabilities</a:t>
              </a:r>
            </a:p>
          </p:txBody>
        </p:sp>
        <p:sp>
          <p:nvSpPr>
            <p:cNvPr id="14" name="Rectangle: Rounded Corners 13">
              <a:extLst>
                <a:ext uri="{FF2B5EF4-FFF2-40B4-BE49-F238E27FC236}">
                  <a16:creationId xmlns:a16="http://schemas.microsoft.com/office/drawing/2014/main" id="{6CE3CAF6-E0D0-11C1-0C88-BD083C04C64C}"/>
                </a:ext>
              </a:extLst>
            </p:cNvPr>
            <p:cNvSpPr/>
            <p:nvPr/>
          </p:nvSpPr>
          <p:spPr>
            <a:xfrm>
              <a:off x="4060822" y="1794632"/>
              <a:ext cx="956615" cy="142081"/>
            </a:xfrm>
            <a:prstGeom prst="roundRect">
              <a:avLst>
                <a:gd name="adj" fmla="val 11639"/>
              </a:avLst>
            </a:prstGeom>
            <a:solidFill>
              <a:srgbClr val="DBDCEE"/>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Linear</a:t>
              </a:r>
            </a:p>
          </p:txBody>
        </p:sp>
        <p:sp>
          <p:nvSpPr>
            <p:cNvPr id="15" name="Rectangle: Rounded Corners 14">
              <a:extLst>
                <a:ext uri="{FF2B5EF4-FFF2-40B4-BE49-F238E27FC236}">
                  <a16:creationId xmlns:a16="http://schemas.microsoft.com/office/drawing/2014/main" id="{D3C2D9E4-793A-FD1D-88C8-274E6C6E67DE}"/>
                </a:ext>
              </a:extLst>
            </p:cNvPr>
            <p:cNvSpPr/>
            <p:nvPr/>
          </p:nvSpPr>
          <p:spPr>
            <a:xfrm>
              <a:off x="4061558" y="2166172"/>
              <a:ext cx="955143" cy="142081"/>
            </a:xfrm>
            <a:prstGeom prst="roundRect">
              <a:avLst>
                <a:gd name="adj" fmla="val 11639"/>
              </a:avLst>
            </a:prstGeom>
            <a:solidFill>
              <a:srgbClr val="F3F8BE"/>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Add &amp; Norm</a:t>
              </a:r>
            </a:p>
          </p:txBody>
        </p:sp>
        <p:sp>
          <p:nvSpPr>
            <p:cNvPr id="16" name="Rectangle: Rounded Corners 15">
              <a:extLst>
                <a:ext uri="{FF2B5EF4-FFF2-40B4-BE49-F238E27FC236}">
                  <a16:creationId xmlns:a16="http://schemas.microsoft.com/office/drawing/2014/main" id="{34716F82-B755-D1A5-E7F8-9616648C763D}"/>
                </a:ext>
              </a:extLst>
            </p:cNvPr>
            <p:cNvSpPr/>
            <p:nvPr/>
          </p:nvSpPr>
          <p:spPr>
            <a:xfrm>
              <a:off x="4061558" y="2362931"/>
              <a:ext cx="955143" cy="302418"/>
            </a:xfrm>
            <a:prstGeom prst="roundRect">
              <a:avLst>
                <a:gd name="adj" fmla="val 11639"/>
              </a:avLst>
            </a:prstGeom>
            <a:solidFill>
              <a:srgbClr val="C0E8F4"/>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Feed</a:t>
              </a:r>
            </a:p>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Forward</a:t>
              </a:r>
            </a:p>
          </p:txBody>
        </p:sp>
        <p:sp>
          <p:nvSpPr>
            <p:cNvPr id="17" name="Rectangle: Rounded Corners 16">
              <a:extLst>
                <a:ext uri="{FF2B5EF4-FFF2-40B4-BE49-F238E27FC236}">
                  <a16:creationId xmlns:a16="http://schemas.microsoft.com/office/drawing/2014/main" id="{89EE6EF6-0D66-B2CF-2CAE-B953B79D6A9A}"/>
                </a:ext>
              </a:extLst>
            </p:cNvPr>
            <p:cNvSpPr/>
            <p:nvPr/>
          </p:nvSpPr>
          <p:spPr>
            <a:xfrm>
              <a:off x="4061558" y="2998435"/>
              <a:ext cx="955143" cy="302418"/>
            </a:xfrm>
            <a:prstGeom prst="roundRect">
              <a:avLst>
                <a:gd name="adj" fmla="val 11639"/>
              </a:avLst>
            </a:prstGeom>
            <a:solidFill>
              <a:srgbClr val="FFE2B9"/>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Multi-Head</a:t>
              </a:r>
            </a:p>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Attention</a:t>
              </a:r>
            </a:p>
          </p:txBody>
        </p:sp>
        <p:sp>
          <p:nvSpPr>
            <p:cNvPr id="18" name="Rectangle: Rounded Corners 17">
              <a:extLst>
                <a:ext uri="{FF2B5EF4-FFF2-40B4-BE49-F238E27FC236}">
                  <a16:creationId xmlns:a16="http://schemas.microsoft.com/office/drawing/2014/main" id="{E21CC9F0-E9C5-7D75-D281-7A9866C8C1BB}"/>
                </a:ext>
              </a:extLst>
            </p:cNvPr>
            <p:cNvSpPr/>
            <p:nvPr/>
          </p:nvSpPr>
          <p:spPr>
            <a:xfrm>
              <a:off x="4061558" y="2812608"/>
              <a:ext cx="955143" cy="142081"/>
            </a:xfrm>
            <a:prstGeom prst="roundRect">
              <a:avLst>
                <a:gd name="adj" fmla="val 11639"/>
              </a:avLst>
            </a:prstGeom>
            <a:solidFill>
              <a:srgbClr val="F3F8BE"/>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Add &amp; Norm</a:t>
              </a:r>
            </a:p>
          </p:txBody>
        </p:sp>
        <p:sp>
          <p:nvSpPr>
            <p:cNvPr id="19" name="Rectangle: Rounded Corners 18">
              <a:extLst>
                <a:ext uri="{FF2B5EF4-FFF2-40B4-BE49-F238E27FC236}">
                  <a16:creationId xmlns:a16="http://schemas.microsoft.com/office/drawing/2014/main" id="{105AF496-5D16-AE96-7ABA-23AD83096B96}"/>
                </a:ext>
              </a:extLst>
            </p:cNvPr>
            <p:cNvSpPr/>
            <p:nvPr/>
          </p:nvSpPr>
          <p:spPr>
            <a:xfrm>
              <a:off x="2761775" y="3194564"/>
              <a:ext cx="955143" cy="302418"/>
            </a:xfrm>
            <a:prstGeom prst="roundRect">
              <a:avLst>
                <a:gd name="adj" fmla="val 11639"/>
              </a:avLst>
            </a:prstGeom>
            <a:solidFill>
              <a:srgbClr val="C0E8F4"/>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Feed</a:t>
              </a:r>
            </a:p>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Forward</a:t>
              </a:r>
            </a:p>
          </p:txBody>
        </p:sp>
        <p:sp>
          <p:nvSpPr>
            <p:cNvPr id="20" name="Rectangle: Rounded Corners 19">
              <a:extLst>
                <a:ext uri="{FF2B5EF4-FFF2-40B4-BE49-F238E27FC236}">
                  <a16:creationId xmlns:a16="http://schemas.microsoft.com/office/drawing/2014/main" id="{5A625763-3C0F-6BB2-8CED-082F8C2D0447}"/>
                </a:ext>
              </a:extLst>
            </p:cNvPr>
            <p:cNvSpPr/>
            <p:nvPr/>
          </p:nvSpPr>
          <p:spPr>
            <a:xfrm>
              <a:off x="2761775" y="3911666"/>
              <a:ext cx="955143" cy="302418"/>
            </a:xfrm>
            <a:prstGeom prst="roundRect">
              <a:avLst>
                <a:gd name="adj" fmla="val 11639"/>
              </a:avLst>
            </a:prstGeom>
            <a:solidFill>
              <a:srgbClr val="FFE2B9"/>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Multi-Head</a:t>
              </a:r>
            </a:p>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Attention</a:t>
              </a:r>
            </a:p>
          </p:txBody>
        </p:sp>
        <p:sp>
          <p:nvSpPr>
            <p:cNvPr id="21" name="Rectangle: Rounded Corners 20">
              <a:extLst>
                <a:ext uri="{FF2B5EF4-FFF2-40B4-BE49-F238E27FC236}">
                  <a16:creationId xmlns:a16="http://schemas.microsoft.com/office/drawing/2014/main" id="{E298F348-FA52-2586-14FF-9260F8779B81}"/>
                </a:ext>
              </a:extLst>
            </p:cNvPr>
            <p:cNvSpPr/>
            <p:nvPr/>
          </p:nvSpPr>
          <p:spPr>
            <a:xfrm>
              <a:off x="2761775" y="3725839"/>
              <a:ext cx="955143" cy="142081"/>
            </a:xfrm>
            <a:prstGeom prst="roundRect">
              <a:avLst>
                <a:gd name="adj" fmla="val 11639"/>
              </a:avLst>
            </a:prstGeom>
            <a:solidFill>
              <a:srgbClr val="F3F8BE"/>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Add &amp; Norm</a:t>
              </a:r>
            </a:p>
          </p:txBody>
        </p:sp>
        <p:sp>
          <p:nvSpPr>
            <p:cNvPr id="22" name="Rectangle: Rounded Corners 21">
              <a:extLst>
                <a:ext uri="{FF2B5EF4-FFF2-40B4-BE49-F238E27FC236}">
                  <a16:creationId xmlns:a16="http://schemas.microsoft.com/office/drawing/2014/main" id="{94712228-B5FE-4198-71A4-080315720B4C}"/>
                </a:ext>
              </a:extLst>
            </p:cNvPr>
            <p:cNvSpPr/>
            <p:nvPr/>
          </p:nvSpPr>
          <p:spPr>
            <a:xfrm>
              <a:off x="4061558" y="3738690"/>
              <a:ext cx="955143" cy="460328"/>
            </a:xfrm>
            <a:prstGeom prst="roundRect">
              <a:avLst>
                <a:gd name="adj" fmla="val 11639"/>
              </a:avLst>
            </a:prstGeom>
            <a:solidFill>
              <a:srgbClr val="FFE2B9"/>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Masked</a:t>
              </a:r>
            </a:p>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Multi-Head</a:t>
              </a:r>
            </a:p>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Attention</a:t>
              </a:r>
            </a:p>
          </p:txBody>
        </p:sp>
        <p:sp>
          <p:nvSpPr>
            <p:cNvPr id="23" name="TextBox 22">
              <a:extLst>
                <a:ext uri="{FF2B5EF4-FFF2-40B4-BE49-F238E27FC236}">
                  <a16:creationId xmlns:a16="http://schemas.microsoft.com/office/drawing/2014/main" id="{06192CCD-D6A9-1CC8-D155-62326023F2C2}"/>
                </a:ext>
              </a:extLst>
            </p:cNvPr>
            <p:cNvSpPr txBox="1"/>
            <p:nvPr/>
          </p:nvSpPr>
          <p:spPr>
            <a:xfrm>
              <a:off x="2228365" y="3596109"/>
              <a:ext cx="348172" cy="246221"/>
            </a:xfrm>
            <a:prstGeom prst="rect">
              <a:avLst/>
            </a:prstGeom>
            <a:noFill/>
          </p:spPr>
          <p:txBody>
            <a:bodyPr wrap="none" rtlCol="0">
              <a:spAutoFit/>
            </a:bodyPr>
            <a:lstStyle/>
            <a:p>
              <a:pPr algn="ctr"/>
              <a:r>
                <a:rPr lang="en-US" sz="1000" err="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Nx</a:t>
              </a:r>
              <a:endPar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TextBox 23">
              <a:extLst>
                <a:ext uri="{FF2B5EF4-FFF2-40B4-BE49-F238E27FC236}">
                  <a16:creationId xmlns:a16="http://schemas.microsoft.com/office/drawing/2014/main" id="{8FF854BF-8659-8895-C73E-CC5317EC40C0}"/>
                </a:ext>
              </a:extLst>
            </p:cNvPr>
            <p:cNvSpPr txBox="1"/>
            <p:nvPr/>
          </p:nvSpPr>
          <p:spPr>
            <a:xfrm>
              <a:off x="5203500" y="3141420"/>
              <a:ext cx="348172" cy="246221"/>
            </a:xfrm>
            <a:prstGeom prst="rect">
              <a:avLst/>
            </a:prstGeom>
            <a:noFill/>
          </p:spPr>
          <p:txBody>
            <a:bodyPr wrap="none" rtlCol="0">
              <a:spAutoFit/>
            </a:bodyPr>
            <a:lstStyle/>
            <a:p>
              <a:pPr algn="ctr"/>
              <a:r>
                <a:rPr lang="en-US" sz="1000" err="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Nx</a:t>
              </a:r>
              <a:endPar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5" name="TextBox 24">
              <a:extLst>
                <a:ext uri="{FF2B5EF4-FFF2-40B4-BE49-F238E27FC236}">
                  <a16:creationId xmlns:a16="http://schemas.microsoft.com/office/drawing/2014/main" id="{8B702D5F-466D-DF8A-54B4-82BED76A4C8C}"/>
                </a:ext>
              </a:extLst>
            </p:cNvPr>
            <p:cNvSpPr txBox="1"/>
            <p:nvPr/>
          </p:nvSpPr>
          <p:spPr>
            <a:xfrm>
              <a:off x="2059829" y="4506270"/>
              <a:ext cx="766557" cy="400110"/>
            </a:xfrm>
            <a:prstGeom prst="rect">
              <a:avLst/>
            </a:prstGeom>
            <a:noFill/>
          </p:spPr>
          <p:txBody>
            <a:bodyPr wrap="none" rtlCol="0">
              <a:spAutoFit/>
            </a:bodyPr>
            <a:lstStyle/>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Positional</a:t>
              </a:r>
            </a:p>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Encoding</a:t>
              </a:r>
            </a:p>
          </p:txBody>
        </p:sp>
        <p:sp>
          <p:nvSpPr>
            <p:cNvPr id="26" name="TextBox 25">
              <a:extLst>
                <a:ext uri="{FF2B5EF4-FFF2-40B4-BE49-F238E27FC236}">
                  <a16:creationId xmlns:a16="http://schemas.microsoft.com/office/drawing/2014/main" id="{6E6AA254-42B9-1ED2-04C8-1758023C33BC}"/>
                </a:ext>
              </a:extLst>
            </p:cNvPr>
            <p:cNvSpPr txBox="1"/>
            <p:nvPr/>
          </p:nvSpPr>
          <p:spPr>
            <a:xfrm>
              <a:off x="4953794" y="4506270"/>
              <a:ext cx="766557" cy="400110"/>
            </a:xfrm>
            <a:prstGeom prst="rect">
              <a:avLst/>
            </a:prstGeom>
            <a:noFill/>
          </p:spPr>
          <p:txBody>
            <a:bodyPr wrap="none" rtlCol="0">
              <a:spAutoFit/>
            </a:bodyPr>
            <a:lstStyle/>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Positional</a:t>
              </a:r>
            </a:p>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Encoding</a:t>
              </a:r>
            </a:p>
          </p:txBody>
        </p:sp>
        <p:sp>
          <p:nvSpPr>
            <p:cNvPr id="27" name="TextBox 26">
              <a:extLst>
                <a:ext uri="{FF2B5EF4-FFF2-40B4-BE49-F238E27FC236}">
                  <a16:creationId xmlns:a16="http://schemas.microsoft.com/office/drawing/2014/main" id="{FD1EC88F-D9CF-A062-FB86-685C8CC22EF7}"/>
                </a:ext>
              </a:extLst>
            </p:cNvPr>
            <p:cNvSpPr txBox="1"/>
            <p:nvPr/>
          </p:nvSpPr>
          <p:spPr>
            <a:xfrm>
              <a:off x="2958660" y="5387645"/>
              <a:ext cx="561372" cy="246221"/>
            </a:xfrm>
            <a:prstGeom prst="rect">
              <a:avLst/>
            </a:prstGeom>
            <a:noFill/>
          </p:spPr>
          <p:txBody>
            <a:bodyPr wrap="none" rtlCol="0">
              <a:spAutoFit/>
            </a:bodyPr>
            <a:lstStyle/>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Inputs</a:t>
              </a:r>
            </a:p>
          </p:txBody>
        </p:sp>
        <p:sp>
          <p:nvSpPr>
            <p:cNvPr id="28" name="TextBox 27">
              <a:extLst>
                <a:ext uri="{FF2B5EF4-FFF2-40B4-BE49-F238E27FC236}">
                  <a16:creationId xmlns:a16="http://schemas.microsoft.com/office/drawing/2014/main" id="{F5F54849-BF74-2FCE-8008-93648232655D}"/>
                </a:ext>
              </a:extLst>
            </p:cNvPr>
            <p:cNvSpPr txBox="1"/>
            <p:nvPr/>
          </p:nvSpPr>
          <p:spPr>
            <a:xfrm>
              <a:off x="4042038" y="5357165"/>
              <a:ext cx="994183" cy="400110"/>
            </a:xfrm>
            <a:prstGeom prst="rect">
              <a:avLst/>
            </a:prstGeom>
            <a:noFill/>
          </p:spPr>
          <p:txBody>
            <a:bodyPr wrap="none" rtlCol="0">
              <a:spAutoFit/>
            </a:bodyPr>
            <a:lstStyle/>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Outputs</a:t>
              </a:r>
            </a:p>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(Shifted right)</a:t>
              </a:r>
            </a:p>
          </p:txBody>
        </p:sp>
        <p:grpSp>
          <p:nvGrpSpPr>
            <p:cNvPr id="29" name="Group 28">
              <a:extLst>
                <a:ext uri="{FF2B5EF4-FFF2-40B4-BE49-F238E27FC236}">
                  <a16:creationId xmlns:a16="http://schemas.microsoft.com/office/drawing/2014/main" id="{0AAE678A-6B04-38C9-DB65-BE04789E9C6E}"/>
                </a:ext>
              </a:extLst>
            </p:cNvPr>
            <p:cNvGrpSpPr/>
            <p:nvPr/>
          </p:nvGrpSpPr>
          <p:grpSpPr>
            <a:xfrm rot="21268239">
              <a:off x="2830401" y="4601209"/>
              <a:ext cx="254682" cy="254682"/>
              <a:chOff x="1458103" y="4490648"/>
              <a:chExt cx="254682" cy="254682"/>
            </a:xfrm>
          </p:grpSpPr>
          <p:sp>
            <p:nvSpPr>
              <p:cNvPr id="645" name="Oval 644">
                <a:extLst>
                  <a:ext uri="{FF2B5EF4-FFF2-40B4-BE49-F238E27FC236}">
                    <a16:creationId xmlns:a16="http://schemas.microsoft.com/office/drawing/2014/main" id="{FD1AE5CD-D77E-591C-8854-549F30F24181}"/>
                  </a:ext>
                </a:extLst>
              </p:cNvPr>
              <p:cNvSpPr/>
              <p:nvPr/>
            </p:nvSpPr>
            <p:spPr>
              <a:xfrm>
                <a:off x="1458103" y="4490648"/>
                <a:ext cx="254682" cy="254682"/>
              </a:xfrm>
              <a:prstGeom prst="ellipse">
                <a:avLst/>
              </a:prstGeom>
              <a:no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6" name="Connector: Curved 645">
                <a:extLst>
                  <a:ext uri="{FF2B5EF4-FFF2-40B4-BE49-F238E27FC236}">
                    <a16:creationId xmlns:a16="http://schemas.microsoft.com/office/drawing/2014/main" id="{F642C1B2-2D15-893C-5F46-1E15A3B8DD83}"/>
                  </a:ext>
                </a:extLst>
              </p:cNvPr>
              <p:cNvCxnSpPr>
                <a:cxnSpLocks/>
              </p:cNvCxnSpPr>
              <p:nvPr/>
            </p:nvCxnSpPr>
            <p:spPr>
              <a:xfrm>
                <a:off x="1478691" y="4547633"/>
                <a:ext cx="202843" cy="148554"/>
              </a:xfrm>
              <a:prstGeom prst="curvedConnector3">
                <a:avLst>
                  <a:gd name="adj1" fmla="val 54696"/>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CC8A85C5-4BEF-6E5F-E9F5-A980000247E2}"/>
                </a:ext>
              </a:extLst>
            </p:cNvPr>
            <p:cNvGrpSpPr/>
            <p:nvPr/>
          </p:nvGrpSpPr>
          <p:grpSpPr>
            <a:xfrm rot="21268239">
              <a:off x="4697377" y="4578984"/>
              <a:ext cx="254682" cy="254682"/>
              <a:chOff x="1458103" y="4490648"/>
              <a:chExt cx="254682" cy="254682"/>
            </a:xfrm>
          </p:grpSpPr>
          <p:sp>
            <p:nvSpPr>
              <p:cNvPr id="643" name="Oval 642">
                <a:extLst>
                  <a:ext uri="{FF2B5EF4-FFF2-40B4-BE49-F238E27FC236}">
                    <a16:creationId xmlns:a16="http://schemas.microsoft.com/office/drawing/2014/main" id="{CB06742D-E56D-1637-6C1A-5248F60969BF}"/>
                  </a:ext>
                </a:extLst>
              </p:cNvPr>
              <p:cNvSpPr/>
              <p:nvPr/>
            </p:nvSpPr>
            <p:spPr>
              <a:xfrm>
                <a:off x="1458103" y="4490648"/>
                <a:ext cx="254682" cy="254682"/>
              </a:xfrm>
              <a:prstGeom prst="ellipse">
                <a:avLst/>
              </a:prstGeom>
              <a:no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4" name="Connector: Curved 643">
                <a:extLst>
                  <a:ext uri="{FF2B5EF4-FFF2-40B4-BE49-F238E27FC236}">
                    <a16:creationId xmlns:a16="http://schemas.microsoft.com/office/drawing/2014/main" id="{D408507D-78DD-89B8-80DF-28B815A16617}"/>
                  </a:ext>
                </a:extLst>
              </p:cNvPr>
              <p:cNvCxnSpPr>
                <a:cxnSpLocks/>
              </p:cNvCxnSpPr>
              <p:nvPr/>
            </p:nvCxnSpPr>
            <p:spPr>
              <a:xfrm>
                <a:off x="1478692" y="4547633"/>
                <a:ext cx="202843" cy="148554"/>
              </a:xfrm>
              <a:prstGeom prst="curvedConnector3">
                <a:avLst>
                  <a:gd name="adj1" fmla="val 54696"/>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31F6F59D-6FC8-29FC-9C77-05961E450DF7}"/>
                </a:ext>
              </a:extLst>
            </p:cNvPr>
            <p:cNvGrpSpPr/>
            <p:nvPr/>
          </p:nvGrpSpPr>
          <p:grpSpPr>
            <a:xfrm>
              <a:off x="3175282" y="4606000"/>
              <a:ext cx="128128" cy="261610"/>
              <a:chOff x="4369708" y="4582458"/>
              <a:chExt cx="128128" cy="261610"/>
            </a:xfrm>
          </p:grpSpPr>
          <p:sp>
            <p:nvSpPr>
              <p:cNvPr id="641" name="Oval 640">
                <a:extLst>
                  <a:ext uri="{FF2B5EF4-FFF2-40B4-BE49-F238E27FC236}">
                    <a16:creationId xmlns:a16="http://schemas.microsoft.com/office/drawing/2014/main" id="{479C021C-1582-CE54-AB24-E4B1FA20609A}"/>
                  </a:ext>
                </a:extLst>
              </p:cNvPr>
              <p:cNvSpPr/>
              <p:nvPr/>
            </p:nvSpPr>
            <p:spPr>
              <a:xfrm rot="21268239">
                <a:off x="4375062" y="4650053"/>
                <a:ext cx="117391" cy="117391"/>
              </a:xfrm>
              <a:prstGeom prst="ellipse">
                <a:avLst/>
              </a:prstGeom>
              <a:no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2" name="TextBox 641">
                <a:extLst>
                  <a:ext uri="{FF2B5EF4-FFF2-40B4-BE49-F238E27FC236}">
                    <a16:creationId xmlns:a16="http://schemas.microsoft.com/office/drawing/2014/main" id="{58AEECA7-F09F-B8DB-6C8D-94D44A3B48AE}"/>
                  </a:ext>
                </a:extLst>
              </p:cNvPr>
              <p:cNvSpPr txBox="1"/>
              <p:nvPr/>
            </p:nvSpPr>
            <p:spPr>
              <a:xfrm>
                <a:off x="4369708" y="4582458"/>
                <a:ext cx="128128" cy="261610"/>
              </a:xfrm>
              <a:prstGeom prst="rect">
                <a:avLst/>
              </a:prstGeom>
              <a:noFill/>
            </p:spPr>
            <p:txBody>
              <a:bodyPr wrap="square" rtlCol="0">
                <a:spAutoFit/>
              </a:bodyPr>
              <a:lstStyle/>
              <a:p>
                <a:pPr algn="ctr"/>
                <a:r>
                  <a:rPr lang="en-US" sz="11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t>
                </a:r>
              </a:p>
            </p:txBody>
          </p:sp>
        </p:grpSp>
        <p:grpSp>
          <p:nvGrpSpPr>
            <p:cNvPr id="32" name="Group 31">
              <a:extLst>
                <a:ext uri="{FF2B5EF4-FFF2-40B4-BE49-F238E27FC236}">
                  <a16:creationId xmlns:a16="http://schemas.microsoft.com/office/drawing/2014/main" id="{4937A627-BD0C-F51A-B97B-60E5B81BB91D}"/>
                </a:ext>
              </a:extLst>
            </p:cNvPr>
            <p:cNvGrpSpPr/>
            <p:nvPr/>
          </p:nvGrpSpPr>
          <p:grpSpPr>
            <a:xfrm>
              <a:off x="4475065" y="4575520"/>
              <a:ext cx="128128" cy="261610"/>
              <a:chOff x="4369708" y="4582458"/>
              <a:chExt cx="128128" cy="261610"/>
            </a:xfrm>
          </p:grpSpPr>
          <p:sp>
            <p:nvSpPr>
              <p:cNvPr id="63" name="Oval 62">
                <a:extLst>
                  <a:ext uri="{FF2B5EF4-FFF2-40B4-BE49-F238E27FC236}">
                    <a16:creationId xmlns:a16="http://schemas.microsoft.com/office/drawing/2014/main" id="{F08A570E-6827-61F6-4C1B-0BFB6776AA66}"/>
                  </a:ext>
                </a:extLst>
              </p:cNvPr>
              <p:cNvSpPr/>
              <p:nvPr/>
            </p:nvSpPr>
            <p:spPr>
              <a:xfrm rot="21268239">
                <a:off x="4375062" y="4650053"/>
                <a:ext cx="117391" cy="117391"/>
              </a:xfrm>
              <a:prstGeom prst="ellipse">
                <a:avLst/>
              </a:prstGeom>
              <a:no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0" name="TextBox 639">
                <a:extLst>
                  <a:ext uri="{FF2B5EF4-FFF2-40B4-BE49-F238E27FC236}">
                    <a16:creationId xmlns:a16="http://schemas.microsoft.com/office/drawing/2014/main" id="{1A38DACD-876D-0210-0091-C49C05808F9D}"/>
                  </a:ext>
                </a:extLst>
              </p:cNvPr>
              <p:cNvSpPr txBox="1"/>
              <p:nvPr/>
            </p:nvSpPr>
            <p:spPr>
              <a:xfrm>
                <a:off x="4369708" y="4582458"/>
                <a:ext cx="128128" cy="261610"/>
              </a:xfrm>
              <a:prstGeom prst="rect">
                <a:avLst/>
              </a:prstGeom>
              <a:noFill/>
            </p:spPr>
            <p:txBody>
              <a:bodyPr wrap="square" rtlCol="0">
                <a:spAutoFit/>
              </a:bodyPr>
              <a:lstStyle/>
              <a:p>
                <a:pPr algn="ctr"/>
                <a:r>
                  <a:rPr lang="en-US" sz="11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t>
                </a:r>
              </a:p>
            </p:txBody>
          </p:sp>
        </p:grpSp>
        <p:cxnSp>
          <p:nvCxnSpPr>
            <p:cNvPr id="33" name="Straight Connector 32">
              <a:extLst>
                <a:ext uri="{FF2B5EF4-FFF2-40B4-BE49-F238E27FC236}">
                  <a16:creationId xmlns:a16="http://schemas.microsoft.com/office/drawing/2014/main" id="{D182CA98-9A39-7305-AA8B-39E878048B29}"/>
                </a:ext>
              </a:extLst>
            </p:cNvPr>
            <p:cNvCxnSpPr>
              <a:cxnSpLocks/>
            </p:cNvCxnSpPr>
            <p:nvPr/>
          </p:nvCxnSpPr>
          <p:spPr>
            <a:xfrm>
              <a:off x="4598526" y="4694417"/>
              <a:ext cx="94316"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1B5BEE3C-9B1F-BB97-E98A-437A5D563AB7}"/>
                </a:ext>
              </a:extLst>
            </p:cNvPr>
            <p:cNvCxnSpPr>
              <a:cxnSpLocks/>
            </p:cNvCxnSpPr>
            <p:nvPr/>
          </p:nvCxnSpPr>
          <p:spPr>
            <a:xfrm>
              <a:off x="3088673" y="4716642"/>
              <a:ext cx="94316"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56327CFF-B0EC-F735-D03F-81E8382F57D9}"/>
                </a:ext>
              </a:extLst>
            </p:cNvPr>
            <p:cNvCxnSpPr>
              <a:cxnSpLocks/>
            </p:cNvCxnSpPr>
            <p:nvPr/>
          </p:nvCxnSpPr>
          <p:spPr>
            <a:xfrm flipV="1">
              <a:off x="4539129" y="5208960"/>
              <a:ext cx="0" cy="212204"/>
            </a:xfrm>
            <a:prstGeom prst="straightConnector1">
              <a:avLst/>
            </a:prstGeom>
            <a:ln w="12700">
              <a:headEnd w="sm" len="med"/>
              <a:tailEnd type="triangle" w="sm" len="sm"/>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E44EE70A-12DE-E4B4-79EB-F9A5A78F5B76}"/>
                </a:ext>
              </a:extLst>
            </p:cNvPr>
            <p:cNvCxnSpPr>
              <a:cxnSpLocks/>
            </p:cNvCxnSpPr>
            <p:nvPr/>
          </p:nvCxnSpPr>
          <p:spPr>
            <a:xfrm flipV="1">
              <a:off x="3239346" y="5239440"/>
              <a:ext cx="0" cy="212204"/>
            </a:xfrm>
            <a:prstGeom prst="straightConnector1">
              <a:avLst/>
            </a:prstGeom>
            <a:ln w="12700">
              <a:headEnd w="sm" len="med"/>
              <a:tailEnd type="triangle" w="sm" len="sm"/>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5AC156E6-2981-4AD9-8E1C-1444B2BAA543}"/>
                </a:ext>
              </a:extLst>
            </p:cNvPr>
            <p:cNvCxnSpPr>
              <a:cxnSpLocks/>
            </p:cNvCxnSpPr>
            <p:nvPr/>
          </p:nvCxnSpPr>
          <p:spPr>
            <a:xfrm flipV="1">
              <a:off x="4539129" y="4756712"/>
              <a:ext cx="0" cy="284392"/>
            </a:xfrm>
            <a:prstGeom prst="straightConnector1">
              <a:avLst/>
            </a:prstGeom>
            <a:ln w="12700">
              <a:headEnd w="sm" len="med"/>
              <a:tailEnd type="triangle" w="sm" len="sm"/>
            </a:ln>
          </p:spPr>
          <p:style>
            <a:lnRef idx="1">
              <a:schemeClr val="dk1"/>
            </a:lnRef>
            <a:fillRef idx="0">
              <a:schemeClr val="dk1"/>
            </a:fillRef>
            <a:effectRef idx="0">
              <a:schemeClr val="dk1"/>
            </a:effectRef>
            <a:fontRef idx="minor">
              <a:schemeClr val="tx1"/>
            </a:fontRef>
          </p:style>
        </p:cxnSp>
        <p:sp>
          <p:nvSpPr>
            <p:cNvPr id="38" name="Rectangle: Rounded Corners 37">
              <a:extLst>
                <a:ext uri="{FF2B5EF4-FFF2-40B4-BE49-F238E27FC236}">
                  <a16:creationId xmlns:a16="http://schemas.microsoft.com/office/drawing/2014/main" id="{285CF227-5896-39E6-C5CA-D7A02D8C9F14}"/>
                </a:ext>
              </a:extLst>
            </p:cNvPr>
            <p:cNvSpPr/>
            <p:nvPr/>
          </p:nvSpPr>
          <p:spPr>
            <a:xfrm>
              <a:off x="4053501" y="4874000"/>
              <a:ext cx="971256" cy="326627"/>
            </a:xfrm>
            <a:prstGeom prst="roundRect">
              <a:avLst>
                <a:gd name="adj" fmla="val 11639"/>
              </a:avLst>
            </a:prstGeom>
            <a:solidFill>
              <a:srgbClr val="FEDFDC"/>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Output</a:t>
              </a:r>
            </a:p>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Embedding</a:t>
              </a:r>
            </a:p>
          </p:txBody>
        </p:sp>
        <p:cxnSp>
          <p:nvCxnSpPr>
            <p:cNvPr id="39" name="Straight Arrow Connector 38">
              <a:extLst>
                <a:ext uri="{FF2B5EF4-FFF2-40B4-BE49-F238E27FC236}">
                  <a16:creationId xmlns:a16="http://schemas.microsoft.com/office/drawing/2014/main" id="{F596564D-4DA3-A5C2-34BD-6A3A073DB2D9}"/>
                </a:ext>
              </a:extLst>
            </p:cNvPr>
            <p:cNvCxnSpPr>
              <a:cxnSpLocks/>
            </p:cNvCxnSpPr>
            <p:nvPr/>
          </p:nvCxnSpPr>
          <p:spPr>
            <a:xfrm flipV="1">
              <a:off x="3239346" y="4788430"/>
              <a:ext cx="0" cy="284392"/>
            </a:xfrm>
            <a:prstGeom prst="straightConnector1">
              <a:avLst/>
            </a:prstGeom>
            <a:ln w="12700">
              <a:headEnd w="sm" len="med"/>
              <a:tailEnd type="triangle" w="sm" len="sm"/>
            </a:ln>
          </p:spPr>
          <p:style>
            <a:lnRef idx="1">
              <a:schemeClr val="dk1"/>
            </a:lnRef>
            <a:fillRef idx="0">
              <a:schemeClr val="dk1"/>
            </a:fillRef>
            <a:effectRef idx="0">
              <a:schemeClr val="dk1"/>
            </a:effectRef>
            <a:fontRef idx="minor">
              <a:schemeClr val="tx1"/>
            </a:fontRef>
          </p:style>
        </p:cxnSp>
        <p:sp>
          <p:nvSpPr>
            <p:cNvPr id="40" name="Rectangle: Rounded Corners 39">
              <a:extLst>
                <a:ext uri="{FF2B5EF4-FFF2-40B4-BE49-F238E27FC236}">
                  <a16:creationId xmlns:a16="http://schemas.microsoft.com/office/drawing/2014/main" id="{25ECD076-7F92-5BF3-AF9F-22F5DCC4F488}"/>
                </a:ext>
              </a:extLst>
            </p:cNvPr>
            <p:cNvSpPr/>
            <p:nvPr/>
          </p:nvSpPr>
          <p:spPr>
            <a:xfrm>
              <a:off x="2753718" y="4904480"/>
              <a:ext cx="971256" cy="326627"/>
            </a:xfrm>
            <a:prstGeom prst="roundRect">
              <a:avLst>
                <a:gd name="adj" fmla="val 11639"/>
              </a:avLst>
            </a:prstGeom>
            <a:solidFill>
              <a:srgbClr val="FEDFDC"/>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Input</a:t>
              </a:r>
            </a:p>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Embedding</a:t>
              </a:r>
            </a:p>
          </p:txBody>
        </p:sp>
        <p:cxnSp>
          <p:nvCxnSpPr>
            <p:cNvPr id="41" name="Connector: Elbow 40">
              <a:extLst>
                <a:ext uri="{FF2B5EF4-FFF2-40B4-BE49-F238E27FC236}">
                  <a16:creationId xmlns:a16="http://schemas.microsoft.com/office/drawing/2014/main" id="{7FB15C4F-B852-B5C3-8A9B-17144188DF6A}"/>
                </a:ext>
              </a:extLst>
            </p:cNvPr>
            <p:cNvCxnSpPr>
              <a:cxnSpLocks/>
              <a:endCxn id="52" idx="3"/>
            </p:cNvCxnSpPr>
            <p:nvPr/>
          </p:nvCxnSpPr>
          <p:spPr>
            <a:xfrm rot="5400000" flipH="1" flipV="1">
              <a:off x="4390578" y="3772037"/>
              <a:ext cx="774256" cy="477990"/>
            </a:xfrm>
            <a:prstGeom prst="bentConnector4">
              <a:avLst>
                <a:gd name="adj1" fmla="val -2566"/>
                <a:gd name="adj2" fmla="val 125905"/>
              </a:avLst>
            </a:prstGeom>
            <a:ln w="12700">
              <a:headEnd w="lg" len="med"/>
              <a:tailEnd type="triangle" w="sm" len="sm"/>
            </a:ln>
          </p:spPr>
          <p:style>
            <a:lnRef idx="1">
              <a:schemeClr val="dk1"/>
            </a:lnRef>
            <a:fillRef idx="0">
              <a:schemeClr val="dk1"/>
            </a:fillRef>
            <a:effectRef idx="0">
              <a:schemeClr val="dk1"/>
            </a:effectRef>
            <a:fontRef idx="minor">
              <a:schemeClr val="tx1"/>
            </a:fontRef>
          </p:style>
        </p:cxnSp>
        <p:cxnSp>
          <p:nvCxnSpPr>
            <p:cNvPr id="42" name="Connector: Elbow 41">
              <a:extLst>
                <a:ext uri="{FF2B5EF4-FFF2-40B4-BE49-F238E27FC236}">
                  <a16:creationId xmlns:a16="http://schemas.microsoft.com/office/drawing/2014/main" id="{78AC6BF4-90BD-AB41-A516-684D9438FB07}"/>
                </a:ext>
              </a:extLst>
            </p:cNvPr>
            <p:cNvCxnSpPr>
              <a:cxnSpLocks/>
              <a:endCxn id="53" idx="1"/>
            </p:cNvCxnSpPr>
            <p:nvPr/>
          </p:nvCxnSpPr>
          <p:spPr>
            <a:xfrm rot="16200000" flipV="1">
              <a:off x="2712407" y="3118215"/>
              <a:ext cx="574467" cy="475729"/>
            </a:xfrm>
            <a:prstGeom prst="bentConnector4">
              <a:avLst>
                <a:gd name="adj1" fmla="val -122"/>
                <a:gd name="adj2" fmla="val 129533"/>
              </a:avLst>
            </a:prstGeom>
            <a:ln w="12700">
              <a:headEnd w="lg" len="med"/>
              <a:tailEnd type="triangle" w="sm" len="sm"/>
            </a:ln>
          </p:spPr>
          <p:style>
            <a:lnRef idx="1">
              <a:schemeClr val="dk1"/>
            </a:lnRef>
            <a:fillRef idx="0">
              <a:schemeClr val="dk1"/>
            </a:fillRef>
            <a:effectRef idx="0">
              <a:schemeClr val="dk1"/>
            </a:effectRef>
            <a:fontRef idx="minor">
              <a:schemeClr val="tx1"/>
            </a:fontRef>
          </p:style>
        </p:cxnSp>
        <p:cxnSp>
          <p:nvCxnSpPr>
            <p:cNvPr id="43" name="Connector: Elbow 42">
              <a:extLst>
                <a:ext uri="{FF2B5EF4-FFF2-40B4-BE49-F238E27FC236}">
                  <a16:creationId xmlns:a16="http://schemas.microsoft.com/office/drawing/2014/main" id="{2ADCF151-3FB8-B9EF-696B-ED1A35ED954D}"/>
                </a:ext>
              </a:extLst>
            </p:cNvPr>
            <p:cNvCxnSpPr>
              <a:cxnSpLocks/>
              <a:endCxn id="21" idx="1"/>
            </p:cNvCxnSpPr>
            <p:nvPr/>
          </p:nvCxnSpPr>
          <p:spPr>
            <a:xfrm rot="16200000" flipV="1">
              <a:off x="2685162" y="3873494"/>
              <a:ext cx="627483" cy="474255"/>
            </a:xfrm>
            <a:prstGeom prst="bentConnector4">
              <a:avLst>
                <a:gd name="adj1" fmla="val 1077"/>
                <a:gd name="adj2" fmla="val 128620"/>
              </a:avLst>
            </a:prstGeom>
            <a:ln w="12700">
              <a:headEnd w="lg" len="med"/>
              <a:tailEnd type="triangle" w="sm" len="sm"/>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318F0413-3CD5-F1F1-A06B-FB593309EDC2}"/>
                </a:ext>
              </a:extLst>
            </p:cNvPr>
            <p:cNvCxnSpPr>
              <a:cxnSpLocks/>
            </p:cNvCxnSpPr>
            <p:nvPr/>
          </p:nvCxnSpPr>
          <p:spPr>
            <a:xfrm flipV="1">
              <a:off x="3237967" y="4214084"/>
              <a:ext cx="2759" cy="456506"/>
            </a:xfrm>
            <a:prstGeom prst="straightConnector1">
              <a:avLst/>
            </a:prstGeom>
            <a:ln w="12700">
              <a:headEnd w="sm" len="med"/>
              <a:tailEnd type="triangle" w="sm" len="sm"/>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B23663EE-004D-3AEE-8ABA-682F87A4DF42}"/>
                </a:ext>
              </a:extLst>
            </p:cNvPr>
            <p:cNvCxnSpPr>
              <a:cxnSpLocks/>
            </p:cNvCxnSpPr>
            <p:nvPr/>
          </p:nvCxnSpPr>
          <p:spPr>
            <a:xfrm flipV="1">
              <a:off x="3237504" y="3503606"/>
              <a:ext cx="3685" cy="222233"/>
            </a:xfrm>
            <a:prstGeom prst="straightConnector1">
              <a:avLst/>
            </a:prstGeom>
            <a:ln w="12700">
              <a:headEnd w="sm" len="med"/>
              <a:tailEnd type="triangle" w="sm" len="sm"/>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A1C4108C-A04D-330A-50F9-D4ECE1C419A5}"/>
                </a:ext>
              </a:extLst>
            </p:cNvPr>
            <p:cNvCxnSpPr>
              <a:cxnSpLocks/>
            </p:cNvCxnSpPr>
            <p:nvPr/>
          </p:nvCxnSpPr>
          <p:spPr>
            <a:xfrm flipV="1">
              <a:off x="4643905" y="3302002"/>
              <a:ext cx="0" cy="356280"/>
            </a:xfrm>
            <a:prstGeom prst="straightConnector1">
              <a:avLst/>
            </a:prstGeom>
            <a:ln w="12700">
              <a:headEnd w="sm" len="med"/>
              <a:tailEnd type="triangle" w="sm" len="sm"/>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12F5C0D0-9898-7156-D5EB-AF623A1CFEF8}"/>
                </a:ext>
              </a:extLst>
            </p:cNvPr>
            <p:cNvCxnSpPr>
              <a:cxnSpLocks/>
            </p:cNvCxnSpPr>
            <p:nvPr/>
          </p:nvCxnSpPr>
          <p:spPr>
            <a:xfrm flipV="1">
              <a:off x="4538710" y="4199018"/>
              <a:ext cx="838" cy="442515"/>
            </a:xfrm>
            <a:prstGeom prst="straightConnector1">
              <a:avLst/>
            </a:prstGeom>
            <a:ln w="12700">
              <a:headEnd w="sm" len="med"/>
              <a:tailEnd type="triangle" w="sm" len="sm"/>
            </a:ln>
          </p:spPr>
          <p:style>
            <a:lnRef idx="1">
              <a:schemeClr val="dk1"/>
            </a:lnRef>
            <a:fillRef idx="0">
              <a:schemeClr val="dk1"/>
            </a:fillRef>
            <a:effectRef idx="0">
              <a:schemeClr val="dk1"/>
            </a:effectRef>
            <a:fontRef idx="minor">
              <a:schemeClr val="tx1"/>
            </a:fontRef>
          </p:style>
        </p:cxnSp>
        <p:sp>
          <p:nvSpPr>
            <p:cNvPr id="48" name="Rectangle: Rounded Corners 47">
              <a:extLst>
                <a:ext uri="{FF2B5EF4-FFF2-40B4-BE49-F238E27FC236}">
                  <a16:creationId xmlns:a16="http://schemas.microsoft.com/office/drawing/2014/main" id="{44216205-3DAB-689C-EDBF-35E41EC5F75C}"/>
                </a:ext>
              </a:extLst>
            </p:cNvPr>
            <p:cNvSpPr/>
            <p:nvPr/>
          </p:nvSpPr>
          <p:spPr>
            <a:xfrm>
              <a:off x="3940177" y="2065337"/>
              <a:ext cx="1255009" cy="2407512"/>
            </a:xfrm>
            <a:prstGeom prst="roundRect">
              <a:avLst>
                <a:gd name="adj" fmla="val 5879"/>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D5809581-8553-6A58-7774-945330967442}"/>
                </a:ext>
              </a:extLst>
            </p:cNvPr>
            <p:cNvSpPr/>
            <p:nvPr/>
          </p:nvSpPr>
          <p:spPr>
            <a:xfrm>
              <a:off x="2571752" y="2876549"/>
              <a:ext cx="1257768" cy="1596299"/>
            </a:xfrm>
            <a:prstGeom prst="roundRect">
              <a:avLst>
                <a:gd name="adj" fmla="val 4922"/>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a:extLst>
                <a:ext uri="{FF2B5EF4-FFF2-40B4-BE49-F238E27FC236}">
                  <a16:creationId xmlns:a16="http://schemas.microsoft.com/office/drawing/2014/main" id="{78A21632-003E-DF14-9250-EBD5F7C56D4E}"/>
                </a:ext>
              </a:extLst>
            </p:cNvPr>
            <p:cNvGrpSpPr/>
            <p:nvPr/>
          </p:nvGrpSpPr>
          <p:grpSpPr>
            <a:xfrm>
              <a:off x="4195191" y="4201399"/>
              <a:ext cx="699134" cy="131434"/>
              <a:chOff x="4171379" y="4206161"/>
              <a:chExt cx="699134" cy="131434"/>
            </a:xfrm>
          </p:grpSpPr>
          <p:cxnSp>
            <p:nvCxnSpPr>
              <p:cNvPr id="60" name="Straight Arrow Connector 59">
                <a:extLst>
                  <a:ext uri="{FF2B5EF4-FFF2-40B4-BE49-F238E27FC236}">
                    <a16:creationId xmlns:a16="http://schemas.microsoft.com/office/drawing/2014/main" id="{AEB71267-9C6C-B4B2-94E8-62BA10088B3A}"/>
                  </a:ext>
                </a:extLst>
              </p:cNvPr>
              <p:cNvCxnSpPr>
                <a:cxnSpLocks/>
              </p:cNvCxnSpPr>
              <p:nvPr/>
            </p:nvCxnSpPr>
            <p:spPr>
              <a:xfrm flipV="1">
                <a:off x="4865812" y="4206161"/>
                <a:ext cx="0" cy="131434"/>
              </a:xfrm>
              <a:prstGeom prst="straightConnector1">
                <a:avLst/>
              </a:prstGeom>
              <a:ln w="12700">
                <a:headEnd w="sm" len="med"/>
                <a:tailEnd type="triangle" w="sm" len="sm"/>
              </a:ln>
            </p:spPr>
            <p:style>
              <a:lnRef idx="1">
                <a:schemeClr val="dk1"/>
              </a:lnRef>
              <a:fillRef idx="0">
                <a:schemeClr val="dk1"/>
              </a:fillRef>
              <a:effectRef idx="0">
                <a:schemeClr val="dk1"/>
              </a:effectRef>
              <a:fontRef idx="minor">
                <a:schemeClr val="tx1"/>
              </a:fontRef>
            </p:style>
          </p:cxnSp>
          <p:cxnSp>
            <p:nvCxnSpPr>
              <p:cNvPr id="61" name="Straight Connector 60">
                <a:extLst>
                  <a:ext uri="{FF2B5EF4-FFF2-40B4-BE49-F238E27FC236}">
                    <a16:creationId xmlns:a16="http://schemas.microsoft.com/office/drawing/2014/main" id="{C6781E10-D3D0-D5DF-FD2C-B173665807A8}"/>
                  </a:ext>
                </a:extLst>
              </p:cNvPr>
              <p:cNvCxnSpPr>
                <a:cxnSpLocks/>
              </p:cNvCxnSpPr>
              <p:nvPr/>
            </p:nvCxnSpPr>
            <p:spPr>
              <a:xfrm>
                <a:off x="4171379" y="4337595"/>
                <a:ext cx="69913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6F1049E8-0FE7-E682-76F8-FD8F887F28F9}"/>
                  </a:ext>
                </a:extLst>
              </p:cNvPr>
              <p:cNvCxnSpPr>
                <a:cxnSpLocks/>
              </p:cNvCxnSpPr>
              <p:nvPr/>
            </p:nvCxnSpPr>
            <p:spPr>
              <a:xfrm flipV="1">
                <a:off x="4176079" y="4206161"/>
                <a:ext cx="0" cy="131434"/>
              </a:xfrm>
              <a:prstGeom prst="straightConnector1">
                <a:avLst/>
              </a:prstGeom>
              <a:ln w="12700">
                <a:headEnd w="sm" len="med"/>
                <a:tailEnd type="triangle" w="sm" len="sm"/>
              </a:ln>
            </p:spPr>
            <p:style>
              <a:lnRef idx="1">
                <a:schemeClr val="dk1"/>
              </a:lnRef>
              <a:fillRef idx="0">
                <a:schemeClr val="dk1"/>
              </a:fillRef>
              <a:effectRef idx="0">
                <a:schemeClr val="dk1"/>
              </a:effectRef>
              <a:fontRef idx="minor">
                <a:schemeClr val="tx1"/>
              </a:fontRef>
            </p:style>
          </p:cxnSp>
        </p:grpSp>
        <p:grpSp>
          <p:nvGrpSpPr>
            <p:cNvPr id="51" name="Group 50">
              <a:extLst>
                <a:ext uri="{FF2B5EF4-FFF2-40B4-BE49-F238E27FC236}">
                  <a16:creationId xmlns:a16="http://schemas.microsoft.com/office/drawing/2014/main" id="{82BCB88D-9BE0-CFBD-1275-153F5780B505}"/>
                </a:ext>
              </a:extLst>
            </p:cNvPr>
            <p:cNvGrpSpPr/>
            <p:nvPr/>
          </p:nvGrpSpPr>
          <p:grpSpPr>
            <a:xfrm>
              <a:off x="2898367" y="4217655"/>
              <a:ext cx="699134" cy="131434"/>
              <a:chOff x="4171379" y="4206161"/>
              <a:chExt cx="699134" cy="131434"/>
            </a:xfrm>
          </p:grpSpPr>
          <p:cxnSp>
            <p:nvCxnSpPr>
              <p:cNvPr id="57" name="Straight Arrow Connector 56">
                <a:extLst>
                  <a:ext uri="{FF2B5EF4-FFF2-40B4-BE49-F238E27FC236}">
                    <a16:creationId xmlns:a16="http://schemas.microsoft.com/office/drawing/2014/main" id="{9876969C-0DF1-C9DD-E034-32D672E8E1EA}"/>
                  </a:ext>
                </a:extLst>
              </p:cNvPr>
              <p:cNvCxnSpPr>
                <a:cxnSpLocks/>
              </p:cNvCxnSpPr>
              <p:nvPr/>
            </p:nvCxnSpPr>
            <p:spPr>
              <a:xfrm flipV="1">
                <a:off x="4865812" y="4206161"/>
                <a:ext cx="0" cy="131434"/>
              </a:xfrm>
              <a:prstGeom prst="straightConnector1">
                <a:avLst/>
              </a:prstGeom>
              <a:ln w="12700">
                <a:headEnd w="sm" len="med"/>
                <a:tailEnd type="triangle" w="sm" len="sm"/>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EE43FE16-A903-51D9-E41A-D44BA104D3F3}"/>
                  </a:ext>
                </a:extLst>
              </p:cNvPr>
              <p:cNvCxnSpPr>
                <a:cxnSpLocks/>
              </p:cNvCxnSpPr>
              <p:nvPr/>
            </p:nvCxnSpPr>
            <p:spPr>
              <a:xfrm>
                <a:off x="4171379" y="4337595"/>
                <a:ext cx="69913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59" name="Straight Arrow Connector 58">
                <a:extLst>
                  <a:ext uri="{FF2B5EF4-FFF2-40B4-BE49-F238E27FC236}">
                    <a16:creationId xmlns:a16="http://schemas.microsoft.com/office/drawing/2014/main" id="{D3085FBA-3B84-4438-45C2-D9F657514F88}"/>
                  </a:ext>
                </a:extLst>
              </p:cNvPr>
              <p:cNvCxnSpPr>
                <a:cxnSpLocks/>
              </p:cNvCxnSpPr>
              <p:nvPr/>
            </p:nvCxnSpPr>
            <p:spPr>
              <a:xfrm flipV="1">
                <a:off x="4176079" y="4206161"/>
                <a:ext cx="0" cy="131434"/>
              </a:xfrm>
              <a:prstGeom prst="straightConnector1">
                <a:avLst/>
              </a:prstGeom>
              <a:ln w="12700">
                <a:headEnd w="sm" len="med"/>
                <a:tailEnd type="triangle" w="sm" len="sm"/>
              </a:ln>
            </p:spPr>
            <p:style>
              <a:lnRef idx="1">
                <a:schemeClr val="dk1"/>
              </a:lnRef>
              <a:fillRef idx="0">
                <a:schemeClr val="dk1"/>
              </a:fillRef>
              <a:effectRef idx="0">
                <a:schemeClr val="dk1"/>
              </a:effectRef>
              <a:fontRef idx="minor">
                <a:schemeClr val="tx1"/>
              </a:fontRef>
            </p:style>
          </p:cxnSp>
        </p:grpSp>
        <p:sp>
          <p:nvSpPr>
            <p:cNvPr id="52" name="Rectangle: Rounded Corners 51">
              <a:extLst>
                <a:ext uri="{FF2B5EF4-FFF2-40B4-BE49-F238E27FC236}">
                  <a16:creationId xmlns:a16="http://schemas.microsoft.com/office/drawing/2014/main" id="{D52AE65E-3197-F5BB-D30E-AA52B69FF10E}"/>
                </a:ext>
              </a:extLst>
            </p:cNvPr>
            <p:cNvSpPr/>
            <p:nvPr/>
          </p:nvSpPr>
          <p:spPr>
            <a:xfrm>
              <a:off x="4061558" y="3552863"/>
              <a:ext cx="955143" cy="142081"/>
            </a:xfrm>
            <a:prstGeom prst="roundRect">
              <a:avLst>
                <a:gd name="adj" fmla="val 11639"/>
              </a:avLst>
            </a:prstGeom>
            <a:solidFill>
              <a:srgbClr val="F3F8BE"/>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Add &amp; Norm</a:t>
              </a:r>
            </a:p>
          </p:txBody>
        </p:sp>
        <p:sp>
          <p:nvSpPr>
            <p:cNvPr id="53" name="Rectangle: Rounded Corners 52">
              <a:extLst>
                <a:ext uri="{FF2B5EF4-FFF2-40B4-BE49-F238E27FC236}">
                  <a16:creationId xmlns:a16="http://schemas.microsoft.com/office/drawing/2014/main" id="{382E6083-EBFE-5FC5-372E-96189063416A}"/>
                </a:ext>
              </a:extLst>
            </p:cNvPr>
            <p:cNvSpPr/>
            <p:nvPr/>
          </p:nvSpPr>
          <p:spPr>
            <a:xfrm>
              <a:off x="2761775" y="2997805"/>
              <a:ext cx="955143" cy="142081"/>
            </a:xfrm>
            <a:prstGeom prst="roundRect">
              <a:avLst>
                <a:gd name="adj" fmla="val 11639"/>
              </a:avLst>
            </a:prstGeom>
            <a:solidFill>
              <a:srgbClr val="F3F8BE"/>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Add &amp; Norm</a:t>
              </a:r>
            </a:p>
          </p:txBody>
        </p:sp>
        <p:cxnSp>
          <p:nvCxnSpPr>
            <p:cNvPr id="54" name="Straight Arrow Connector 53">
              <a:extLst>
                <a:ext uri="{FF2B5EF4-FFF2-40B4-BE49-F238E27FC236}">
                  <a16:creationId xmlns:a16="http://schemas.microsoft.com/office/drawing/2014/main" id="{755635BF-932E-144F-2830-395AF37D0ECC}"/>
                </a:ext>
              </a:extLst>
            </p:cNvPr>
            <p:cNvCxnSpPr>
              <a:cxnSpLocks/>
            </p:cNvCxnSpPr>
            <p:nvPr/>
          </p:nvCxnSpPr>
          <p:spPr>
            <a:xfrm flipV="1">
              <a:off x="4351805" y="3303234"/>
              <a:ext cx="0" cy="163474"/>
            </a:xfrm>
            <a:prstGeom prst="straightConnector1">
              <a:avLst/>
            </a:prstGeom>
            <a:ln w="12700">
              <a:headEnd w="sm" len="med"/>
              <a:tailEnd type="triangle" w="sm" len="sm"/>
            </a:ln>
          </p:spPr>
          <p:style>
            <a:lnRef idx="1">
              <a:schemeClr val="dk1"/>
            </a:lnRef>
            <a:fillRef idx="0">
              <a:schemeClr val="dk1"/>
            </a:fillRef>
            <a:effectRef idx="0">
              <a:schemeClr val="dk1"/>
            </a:effectRef>
            <a:fontRef idx="minor">
              <a:schemeClr val="tx1"/>
            </a:fontRef>
          </p:style>
        </p:cxnSp>
        <p:cxnSp>
          <p:nvCxnSpPr>
            <p:cNvPr id="55" name="Connector: Elbow 54">
              <a:extLst>
                <a:ext uri="{FF2B5EF4-FFF2-40B4-BE49-F238E27FC236}">
                  <a16:creationId xmlns:a16="http://schemas.microsoft.com/office/drawing/2014/main" id="{0EBB4162-DA21-82F5-0566-424BDFBFED91}"/>
                </a:ext>
              </a:extLst>
            </p:cNvPr>
            <p:cNvCxnSpPr>
              <a:cxnSpLocks/>
              <a:endCxn id="18" idx="3"/>
            </p:cNvCxnSpPr>
            <p:nvPr/>
          </p:nvCxnSpPr>
          <p:spPr>
            <a:xfrm rot="5400000" flipH="1" flipV="1">
              <a:off x="4534996" y="2998438"/>
              <a:ext cx="596494" cy="366916"/>
            </a:xfrm>
            <a:prstGeom prst="bentConnector4">
              <a:avLst>
                <a:gd name="adj1" fmla="val 398"/>
                <a:gd name="adj2" fmla="val 133748"/>
              </a:avLst>
            </a:prstGeom>
            <a:ln w="12700">
              <a:headEnd w="lg" len="med"/>
              <a:tailEnd type="triangle" w="sm" len="sm"/>
            </a:ln>
          </p:spPr>
          <p:style>
            <a:lnRef idx="1">
              <a:schemeClr val="dk1"/>
            </a:lnRef>
            <a:fillRef idx="0">
              <a:schemeClr val="dk1"/>
            </a:fillRef>
            <a:effectRef idx="0">
              <a:schemeClr val="dk1"/>
            </a:effectRef>
            <a:fontRef idx="minor">
              <a:schemeClr val="tx1"/>
            </a:fontRef>
          </p:style>
        </p:cxnSp>
        <p:cxnSp>
          <p:nvCxnSpPr>
            <p:cNvPr id="56" name="Connector: Elbow 55">
              <a:extLst>
                <a:ext uri="{FF2B5EF4-FFF2-40B4-BE49-F238E27FC236}">
                  <a16:creationId xmlns:a16="http://schemas.microsoft.com/office/drawing/2014/main" id="{E067CA51-6C51-C9CC-D511-9B33FD7AE218}"/>
                </a:ext>
              </a:extLst>
            </p:cNvPr>
            <p:cNvCxnSpPr>
              <a:cxnSpLocks/>
              <a:stCxn id="18" idx="0"/>
              <a:endCxn id="15" idx="3"/>
            </p:cNvCxnSpPr>
            <p:nvPr/>
          </p:nvCxnSpPr>
          <p:spPr>
            <a:xfrm rot="5400000" flipH="1" flipV="1">
              <a:off x="4490218" y="2286126"/>
              <a:ext cx="575395" cy="477571"/>
            </a:xfrm>
            <a:prstGeom prst="bentConnector4">
              <a:avLst>
                <a:gd name="adj1" fmla="val 9064"/>
                <a:gd name="adj2" fmla="val 126426"/>
              </a:avLst>
            </a:prstGeom>
            <a:ln w="12700">
              <a:headEnd w="lg" len="med"/>
              <a:tailEnd type="triangle" w="sm" len="sm"/>
            </a:ln>
          </p:spPr>
          <p:style>
            <a:lnRef idx="1">
              <a:schemeClr val="dk1"/>
            </a:lnRef>
            <a:fillRef idx="0">
              <a:schemeClr val="dk1"/>
            </a:fillRef>
            <a:effectRef idx="0">
              <a:schemeClr val="dk1"/>
            </a:effectRef>
            <a:fontRef idx="minor">
              <a:schemeClr val="tx1"/>
            </a:fontRef>
          </p:style>
        </p:cxnSp>
      </p:grpSp>
      <p:sp>
        <p:nvSpPr>
          <p:cNvPr id="647" name="TextBox 646">
            <a:extLst>
              <a:ext uri="{FF2B5EF4-FFF2-40B4-BE49-F238E27FC236}">
                <a16:creationId xmlns:a16="http://schemas.microsoft.com/office/drawing/2014/main" id="{FB1F48D4-62DF-F00C-AB16-3CAA6C5045DE}"/>
              </a:ext>
            </a:extLst>
          </p:cNvPr>
          <p:cNvSpPr txBox="1"/>
          <p:nvPr/>
        </p:nvSpPr>
        <p:spPr>
          <a:xfrm>
            <a:off x="1188187" y="8265722"/>
            <a:ext cx="12693134" cy="646331"/>
          </a:xfrm>
          <a:prstGeom prst="rect">
            <a:avLst/>
          </a:prstGeom>
          <a:noFill/>
        </p:spPr>
        <p:txBody>
          <a:bodyPr wrap="square" rtlCol="0">
            <a:spAutoFit/>
          </a:bodyPr>
          <a:lstStyle/>
          <a:p>
            <a:r>
              <a:rPr lang="en-IN" dirty="0"/>
              <a:t>Source: Vaswani, Ashish, Noam </a:t>
            </a:r>
            <a:r>
              <a:rPr lang="en-IN" dirty="0" err="1"/>
              <a:t>Shazeer</a:t>
            </a:r>
            <a:r>
              <a:rPr lang="en-IN" dirty="0"/>
              <a:t>, Niki Parmar, Jakob </a:t>
            </a:r>
            <a:r>
              <a:rPr lang="en-IN" dirty="0" err="1"/>
              <a:t>Uszkoreit</a:t>
            </a:r>
            <a:r>
              <a:rPr lang="en-IN" dirty="0"/>
              <a:t>, </a:t>
            </a:r>
            <a:r>
              <a:rPr lang="en-IN" dirty="0" err="1"/>
              <a:t>Llion</a:t>
            </a:r>
            <a:r>
              <a:rPr lang="en-IN" dirty="0"/>
              <a:t> Jones, Aidan N. Gomez, </a:t>
            </a:r>
            <a:r>
              <a:rPr lang="en-IN" dirty="0" err="1"/>
              <a:t>Łukasz</a:t>
            </a:r>
            <a:r>
              <a:rPr lang="en-IN" dirty="0"/>
              <a:t> Kaiser, and Illia </a:t>
            </a:r>
            <a:r>
              <a:rPr lang="en-IN" dirty="0" err="1"/>
              <a:t>Polosukhin</a:t>
            </a:r>
            <a:r>
              <a:rPr lang="en-IN" dirty="0"/>
              <a:t>. "Attention is all you need." Advances in neural information processing systems 30 (2017).</a:t>
            </a:r>
          </a:p>
        </p:txBody>
      </p:sp>
    </p:spTree>
    <p:extLst>
      <p:ext uri="{BB962C8B-B14F-4D97-AF65-F5344CB8AC3E}">
        <p14:creationId xmlns:p14="http://schemas.microsoft.com/office/powerpoint/2010/main" val="37794466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432E717-F00D-890C-795A-4F314966D65D}"/>
              </a:ext>
            </a:extLst>
          </p:cNvPr>
          <p:cNvSpPr>
            <a:spLocks noGrp="1"/>
          </p:cNvSpPr>
          <p:nvPr>
            <p:ph type="body" idx="10"/>
          </p:nvPr>
        </p:nvSpPr>
        <p:spPr/>
        <p:txBody>
          <a:bodyPr>
            <a:normAutofit/>
          </a:bodyPr>
          <a:lstStyle/>
          <a:p>
            <a:r>
              <a:rPr lang="en-US" sz="2800" dirty="0"/>
              <a:t>Working of Transformer in </a:t>
            </a:r>
            <a:r>
              <a:rPr lang="en-US" dirty="0"/>
              <a:t>Language Translation</a:t>
            </a:r>
            <a:endParaRPr lang="en-US" sz="2800" dirty="0"/>
          </a:p>
        </p:txBody>
      </p:sp>
    </p:spTree>
    <p:custDataLst>
      <p:tags r:id="rId1"/>
    </p:custDataLst>
    <p:extLst>
      <p:ext uri="{BB962C8B-B14F-4D97-AF65-F5344CB8AC3E}">
        <p14:creationId xmlns:p14="http://schemas.microsoft.com/office/powerpoint/2010/main" val="18397925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dirty="0">
                <a:solidFill>
                  <a:srgbClr val="3F3F3F"/>
                </a:solidFill>
                <a:latin typeface="Open Sans"/>
                <a:ea typeface="Open Sans"/>
                <a:cs typeface="Open Sans"/>
                <a:sym typeface="Open Sans"/>
              </a:rPr>
              <a:t> Transformer Working: Encoder</a:t>
            </a:r>
          </a:p>
        </p:txBody>
      </p:sp>
      <p:sp>
        <p:nvSpPr>
          <p:cNvPr id="8" name="Rectangle: Rounded Corners 7">
            <a:extLst>
              <a:ext uri="{FF2B5EF4-FFF2-40B4-BE49-F238E27FC236}">
                <a16:creationId xmlns:a16="http://schemas.microsoft.com/office/drawing/2014/main" id="{9B04D901-8F4D-4C62-82EB-6F7BB85139CF}"/>
              </a:ext>
            </a:extLst>
          </p:cNvPr>
          <p:cNvSpPr/>
          <p:nvPr/>
        </p:nvSpPr>
        <p:spPr>
          <a:xfrm>
            <a:off x="5377067" y="2084716"/>
            <a:ext cx="5501743" cy="678111"/>
          </a:xfrm>
          <a:prstGeom prst="roundRect">
            <a:avLst/>
          </a:prstGeom>
          <a:solidFill>
            <a:srgbClr val="648BDA"/>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1219170">
              <a:spcBef>
                <a:spcPct val="0"/>
              </a:spcBef>
              <a:buClr>
                <a:srgbClr val="000000"/>
              </a:buClr>
              <a:buSzPts val="2400"/>
            </a:pPr>
            <a:r>
              <a:rPr lang="en-IN" sz="2200" dirty="0">
                <a:solidFill>
                  <a:schemeClr val="bg1"/>
                </a:solidFill>
                <a:latin typeface="Open Sans" panose="020B0606030504020204" pitchFamily="34" charset="0"/>
                <a:ea typeface="Open Sans" panose="020B0606030504020204" pitchFamily="34" charset="0"/>
                <a:cs typeface="Open Sans" panose="020B0606030504020204" pitchFamily="34" charset="0"/>
              </a:rPr>
              <a:t>Input: Je suis </a:t>
            </a:r>
            <a:r>
              <a:rPr lang="en-IN" sz="2200" dirty="0" err="1">
                <a:solidFill>
                  <a:schemeClr val="bg1"/>
                </a:solidFill>
                <a:latin typeface="Open Sans" panose="020B0606030504020204" pitchFamily="34" charset="0"/>
                <a:ea typeface="Open Sans" panose="020B0606030504020204" pitchFamily="34" charset="0"/>
                <a:cs typeface="Open Sans" panose="020B0606030504020204" pitchFamily="34" charset="0"/>
              </a:rPr>
              <a:t>étudiant</a:t>
            </a:r>
            <a:endParaRPr lang="en-IN" sz="22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89CBFCF3-1D62-3FE2-3388-0375BC771EB8}"/>
              </a:ext>
            </a:extLst>
          </p:cNvPr>
          <p:cNvSpPr txBox="1"/>
          <p:nvPr/>
        </p:nvSpPr>
        <p:spPr>
          <a:xfrm>
            <a:off x="1654464" y="1325447"/>
            <a:ext cx="12947073" cy="457176"/>
          </a:xfrm>
          <a:prstGeom prst="rect">
            <a:avLst/>
          </a:prstGeom>
          <a:noFill/>
        </p:spPr>
        <p:txBody>
          <a:bodyPr wrap="square" lIns="91440" tIns="45720" rIns="91440" bIns="45720" anchor="t">
            <a:spAutoFit/>
          </a:bodyPr>
          <a:lstStyle/>
          <a:p>
            <a:pPr algn="ctr">
              <a:lnSpc>
                <a:spcPct val="115000"/>
              </a:lnSpc>
            </a:pPr>
            <a:r>
              <a:rPr lang="en-US" sz="2200" dirty="0">
                <a:solidFill>
                  <a:srgbClr val="404040"/>
                </a:solidFill>
                <a:latin typeface="Open Sans"/>
              </a:rPr>
              <a:t>An example of language translation to understand the workings of a transformer: </a:t>
            </a:r>
            <a:endParaRPr lang="en-IN" sz="2200" dirty="0">
              <a:solidFill>
                <a:srgbClr val="404040"/>
              </a:solidFill>
              <a:latin typeface="Open Sans"/>
            </a:endParaRPr>
          </a:p>
        </p:txBody>
      </p:sp>
      <p:sp>
        <p:nvSpPr>
          <p:cNvPr id="7" name="Brandline_LVC">
            <a:extLst>
              <a:ext uri="{FF2B5EF4-FFF2-40B4-BE49-F238E27FC236}">
                <a16:creationId xmlns:a16="http://schemas.microsoft.com/office/drawing/2014/main" id="{98405090-6405-EC91-82E7-39FB072833A6}"/>
              </a:ext>
            </a:extLst>
          </p:cNvPr>
          <p:cNvSpPr/>
          <p:nvPr/>
        </p:nvSpPr>
        <p:spPr>
          <a:xfrm>
            <a:off x="4559300" y="816352"/>
            <a:ext cx="714263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7CAD2830-E1BA-5D58-370B-CB281C31310C}"/>
              </a:ext>
            </a:extLst>
          </p:cNvPr>
          <p:cNvGrpSpPr/>
          <p:nvPr/>
        </p:nvGrpSpPr>
        <p:grpSpPr>
          <a:xfrm>
            <a:off x="1337128" y="3687819"/>
            <a:ext cx="6444343" cy="3596119"/>
            <a:chOff x="4963886" y="2835640"/>
            <a:chExt cx="6444343" cy="3596119"/>
          </a:xfrm>
        </p:grpSpPr>
        <p:grpSp>
          <p:nvGrpSpPr>
            <p:cNvPr id="5" name="Group 4">
              <a:extLst>
                <a:ext uri="{FF2B5EF4-FFF2-40B4-BE49-F238E27FC236}">
                  <a16:creationId xmlns:a16="http://schemas.microsoft.com/office/drawing/2014/main" id="{7BF9B4AF-56C7-C57B-4952-845C88D62A8E}"/>
                </a:ext>
              </a:extLst>
            </p:cNvPr>
            <p:cNvGrpSpPr/>
            <p:nvPr/>
          </p:nvGrpSpPr>
          <p:grpSpPr>
            <a:xfrm>
              <a:off x="5272081" y="3706288"/>
              <a:ext cx="5788038" cy="2489366"/>
              <a:chOff x="1035402" y="4243317"/>
              <a:chExt cx="5788038" cy="2489366"/>
            </a:xfrm>
          </p:grpSpPr>
          <p:sp>
            <p:nvSpPr>
              <p:cNvPr id="14" name="Rectangle: Rounded Corners 13">
                <a:extLst>
                  <a:ext uri="{FF2B5EF4-FFF2-40B4-BE49-F238E27FC236}">
                    <a16:creationId xmlns:a16="http://schemas.microsoft.com/office/drawing/2014/main" id="{05DBCC16-8069-8A1E-CBE9-6E715E6E0564}"/>
                  </a:ext>
                </a:extLst>
              </p:cNvPr>
              <p:cNvSpPr/>
              <p:nvPr/>
            </p:nvSpPr>
            <p:spPr>
              <a:xfrm>
                <a:off x="1035402" y="4243317"/>
                <a:ext cx="5788038" cy="992822"/>
              </a:xfrm>
              <a:prstGeom prst="roundRect">
                <a:avLst/>
              </a:prstGeom>
              <a:solidFill>
                <a:srgbClr val="CAE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spcBef>
                    <a:spcPct val="0"/>
                  </a:spcBef>
                  <a:buSzPts val="2400"/>
                </a:pP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Self-attention mechanism </a:t>
                </a:r>
              </a:p>
            </p:txBody>
          </p:sp>
          <p:sp>
            <p:nvSpPr>
              <p:cNvPr id="15" name="Rectangle: Rounded Corners 14">
                <a:extLst>
                  <a:ext uri="{FF2B5EF4-FFF2-40B4-BE49-F238E27FC236}">
                    <a16:creationId xmlns:a16="http://schemas.microsoft.com/office/drawing/2014/main" id="{F8F957AC-6B2D-0615-4FA7-128A10E51A42}"/>
                  </a:ext>
                </a:extLst>
              </p:cNvPr>
              <p:cNvSpPr/>
              <p:nvPr/>
            </p:nvSpPr>
            <p:spPr>
              <a:xfrm>
                <a:off x="1035402" y="5739861"/>
                <a:ext cx="5788038" cy="992822"/>
              </a:xfrm>
              <a:prstGeom prst="roundRect">
                <a:avLst/>
              </a:prstGeom>
              <a:solidFill>
                <a:srgbClr val="FFC4A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1219170">
                  <a:spcBef>
                    <a:spcPct val="0"/>
                  </a:spcBef>
                  <a:buSzPts val="2400"/>
                </a:pP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Feed-forward neural network</a:t>
                </a:r>
              </a:p>
            </p:txBody>
          </p:sp>
        </p:grpSp>
        <p:grpSp>
          <p:nvGrpSpPr>
            <p:cNvPr id="6" name="Group 5">
              <a:extLst>
                <a:ext uri="{FF2B5EF4-FFF2-40B4-BE49-F238E27FC236}">
                  <a16:creationId xmlns:a16="http://schemas.microsoft.com/office/drawing/2014/main" id="{39E45BE9-EA96-3041-D6A0-5ED4E6AD6E96}"/>
                </a:ext>
              </a:extLst>
            </p:cNvPr>
            <p:cNvGrpSpPr/>
            <p:nvPr/>
          </p:nvGrpSpPr>
          <p:grpSpPr>
            <a:xfrm>
              <a:off x="4963886" y="2835640"/>
              <a:ext cx="6444343" cy="3596119"/>
              <a:chOff x="4963886" y="2835640"/>
              <a:chExt cx="6444343" cy="3596119"/>
            </a:xfrm>
          </p:grpSpPr>
          <p:sp>
            <p:nvSpPr>
              <p:cNvPr id="11" name="Rectangle: Rounded Corners 10">
                <a:extLst>
                  <a:ext uri="{FF2B5EF4-FFF2-40B4-BE49-F238E27FC236}">
                    <a16:creationId xmlns:a16="http://schemas.microsoft.com/office/drawing/2014/main" id="{9C47832A-C4B6-6954-EAB8-8ECFE1417EFD}"/>
                  </a:ext>
                </a:extLst>
              </p:cNvPr>
              <p:cNvSpPr/>
              <p:nvPr/>
            </p:nvSpPr>
            <p:spPr>
              <a:xfrm>
                <a:off x="4963886" y="3404195"/>
                <a:ext cx="6444343" cy="3027564"/>
              </a:xfrm>
              <a:prstGeom prst="roundRect">
                <a:avLst>
                  <a:gd name="adj" fmla="val 977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C2275B28-26D7-AEFA-D4D2-F7616CC5BDC8}"/>
                  </a:ext>
                </a:extLst>
              </p:cNvPr>
              <p:cNvCxnSpPr>
                <a:cxnSpLocks/>
                <a:stCxn id="15" idx="0"/>
                <a:endCxn id="14" idx="2"/>
              </p:cNvCxnSpPr>
              <p:nvPr/>
            </p:nvCxnSpPr>
            <p:spPr>
              <a:xfrm flipV="1">
                <a:off x="8166100" y="4699110"/>
                <a:ext cx="0" cy="503722"/>
              </a:xfrm>
              <a:prstGeom prst="straightConnector1">
                <a:avLst/>
              </a:prstGeom>
              <a:ln w="28575">
                <a:solidFill>
                  <a:srgbClr val="162E5D"/>
                </a:solidFill>
                <a:tailEnd type="triangle" w="lg" len="me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C10DB38-A12A-95F1-DD25-A5EDB4933204}"/>
                  </a:ext>
                </a:extLst>
              </p:cNvPr>
              <p:cNvSpPr txBox="1"/>
              <p:nvPr/>
            </p:nvSpPr>
            <p:spPr>
              <a:xfrm>
                <a:off x="5882698" y="2835640"/>
                <a:ext cx="4606717" cy="430887"/>
              </a:xfrm>
              <a:prstGeom prst="rect">
                <a:avLst/>
              </a:prstGeom>
              <a:noFill/>
            </p:spPr>
            <p:txBody>
              <a:bodyPr wrap="square" rtlCol="0">
                <a:spAutoFit/>
              </a:bodyPr>
              <a:lstStyle/>
              <a:p>
                <a:pPr algn="ct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Each encoder has two layers:</a:t>
                </a:r>
              </a:p>
            </p:txBody>
          </p:sp>
        </p:grpSp>
      </p:grpSp>
      <p:sp>
        <p:nvSpPr>
          <p:cNvPr id="16" name="TextBox 15">
            <a:extLst>
              <a:ext uri="{FF2B5EF4-FFF2-40B4-BE49-F238E27FC236}">
                <a16:creationId xmlns:a16="http://schemas.microsoft.com/office/drawing/2014/main" id="{17BD46E0-E292-D30F-7C12-4EE8A50CE1D1}"/>
              </a:ext>
            </a:extLst>
          </p:cNvPr>
          <p:cNvSpPr txBox="1"/>
          <p:nvPr/>
        </p:nvSpPr>
        <p:spPr>
          <a:xfrm>
            <a:off x="8128000" y="3387104"/>
            <a:ext cx="7614508" cy="4154984"/>
          </a:xfrm>
          <a:prstGeom prst="rect">
            <a:avLst/>
          </a:prstGeom>
          <a:noFill/>
        </p:spPr>
        <p:txBody>
          <a:bodyPr wrap="square" rtlCol="0">
            <a:spAutoFit/>
          </a:bodyPr>
          <a:lstStyle/>
          <a:p>
            <a:pPr marL="342900" indent="-342900">
              <a:buFont typeface="Arial" panose="020B0604020202020204" pitchFamily="34" charset="0"/>
              <a:buChar char="•"/>
            </a:pP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Input processing</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The Transformer model begins by taking an input, in this case, ‘</a:t>
            </a: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Je suis </a:t>
            </a:r>
            <a:r>
              <a:rPr lang="en-US" sz="2200" b="1" dirty="0" err="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étudiant</a:t>
            </a: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(I am a student in French). Each word is first converted into a vector through an embedding process.</a:t>
            </a:r>
          </a:p>
          <a:p>
            <a:pPr marL="342900" indent="-342900">
              <a:buFont typeface="Arial" panose="020B0604020202020204" pitchFamily="34" charset="0"/>
              <a:buChar char="•"/>
            </a:pP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Positional encoding</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After embedding, positional encoding is added to each word vector. This step is crucial as it injects information about the position of each word in the sequence into its vector representation, allowing the model to recognize word order, which is essential for understanding the syntax and semantics of the input sentence.</a:t>
            </a:r>
            <a:endPar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2006392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dirty="0">
                <a:solidFill>
                  <a:srgbClr val="3F3F3F"/>
                </a:solidFill>
                <a:latin typeface="Open Sans"/>
                <a:ea typeface="Open Sans"/>
                <a:cs typeface="Open Sans"/>
                <a:sym typeface="Open Sans"/>
              </a:rPr>
              <a:t> Transformer Working: Encoder</a:t>
            </a:r>
          </a:p>
        </p:txBody>
      </p:sp>
      <p:sp>
        <p:nvSpPr>
          <p:cNvPr id="7" name="Brandline_LVC">
            <a:extLst>
              <a:ext uri="{FF2B5EF4-FFF2-40B4-BE49-F238E27FC236}">
                <a16:creationId xmlns:a16="http://schemas.microsoft.com/office/drawing/2014/main" id="{98405090-6405-EC91-82E7-39FB072833A6}"/>
              </a:ext>
            </a:extLst>
          </p:cNvPr>
          <p:cNvSpPr/>
          <p:nvPr/>
        </p:nvSpPr>
        <p:spPr>
          <a:xfrm>
            <a:off x="4559300" y="816352"/>
            <a:ext cx="714263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7CAD2830-E1BA-5D58-370B-CB281C31310C}"/>
              </a:ext>
            </a:extLst>
          </p:cNvPr>
          <p:cNvGrpSpPr/>
          <p:nvPr/>
        </p:nvGrpSpPr>
        <p:grpSpPr>
          <a:xfrm>
            <a:off x="1337128" y="2971127"/>
            <a:ext cx="6444343" cy="3596119"/>
            <a:chOff x="4963886" y="2835640"/>
            <a:chExt cx="6444343" cy="3596119"/>
          </a:xfrm>
        </p:grpSpPr>
        <p:grpSp>
          <p:nvGrpSpPr>
            <p:cNvPr id="5" name="Group 4">
              <a:extLst>
                <a:ext uri="{FF2B5EF4-FFF2-40B4-BE49-F238E27FC236}">
                  <a16:creationId xmlns:a16="http://schemas.microsoft.com/office/drawing/2014/main" id="{7BF9B4AF-56C7-C57B-4952-845C88D62A8E}"/>
                </a:ext>
              </a:extLst>
            </p:cNvPr>
            <p:cNvGrpSpPr/>
            <p:nvPr/>
          </p:nvGrpSpPr>
          <p:grpSpPr>
            <a:xfrm>
              <a:off x="5272081" y="3706288"/>
              <a:ext cx="5788038" cy="2489366"/>
              <a:chOff x="1035402" y="4243317"/>
              <a:chExt cx="5788038" cy="2489366"/>
            </a:xfrm>
          </p:grpSpPr>
          <p:sp>
            <p:nvSpPr>
              <p:cNvPr id="14" name="Rectangle: Rounded Corners 13">
                <a:extLst>
                  <a:ext uri="{FF2B5EF4-FFF2-40B4-BE49-F238E27FC236}">
                    <a16:creationId xmlns:a16="http://schemas.microsoft.com/office/drawing/2014/main" id="{05DBCC16-8069-8A1E-CBE9-6E715E6E0564}"/>
                  </a:ext>
                </a:extLst>
              </p:cNvPr>
              <p:cNvSpPr/>
              <p:nvPr/>
            </p:nvSpPr>
            <p:spPr>
              <a:xfrm>
                <a:off x="1035402" y="4243317"/>
                <a:ext cx="5788038" cy="992822"/>
              </a:xfrm>
              <a:prstGeom prst="roundRect">
                <a:avLst/>
              </a:prstGeom>
              <a:solidFill>
                <a:srgbClr val="CAE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spcBef>
                    <a:spcPct val="0"/>
                  </a:spcBef>
                  <a:buSzPts val="2400"/>
                </a:pP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Self-attention mechanism </a:t>
                </a:r>
              </a:p>
            </p:txBody>
          </p:sp>
          <p:sp>
            <p:nvSpPr>
              <p:cNvPr id="15" name="Rectangle: Rounded Corners 14">
                <a:extLst>
                  <a:ext uri="{FF2B5EF4-FFF2-40B4-BE49-F238E27FC236}">
                    <a16:creationId xmlns:a16="http://schemas.microsoft.com/office/drawing/2014/main" id="{F8F957AC-6B2D-0615-4FA7-128A10E51A42}"/>
                  </a:ext>
                </a:extLst>
              </p:cNvPr>
              <p:cNvSpPr/>
              <p:nvPr/>
            </p:nvSpPr>
            <p:spPr>
              <a:xfrm>
                <a:off x="1035402" y="5739861"/>
                <a:ext cx="5788038" cy="992822"/>
              </a:xfrm>
              <a:prstGeom prst="roundRect">
                <a:avLst/>
              </a:prstGeom>
              <a:solidFill>
                <a:srgbClr val="FFC4A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1219170">
                  <a:spcBef>
                    <a:spcPct val="0"/>
                  </a:spcBef>
                  <a:buSzPts val="2400"/>
                </a:pP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Feed-forward neural network</a:t>
                </a:r>
              </a:p>
            </p:txBody>
          </p:sp>
        </p:grpSp>
        <p:grpSp>
          <p:nvGrpSpPr>
            <p:cNvPr id="6" name="Group 5">
              <a:extLst>
                <a:ext uri="{FF2B5EF4-FFF2-40B4-BE49-F238E27FC236}">
                  <a16:creationId xmlns:a16="http://schemas.microsoft.com/office/drawing/2014/main" id="{39E45BE9-EA96-3041-D6A0-5ED4E6AD6E96}"/>
                </a:ext>
              </a:extLst>
            </p:cNvPr>
            <p:cNvGrpSpPr/>
            <p:nvPr/>
          </p:nvGrpSpPr>
          <p:grpSpPr>
            <a:xfrm>
              <a:off x="4963886" y="2835640"/>
              <a:ext cx="6444343" cy="3596119"/>
              <a:chOff x="4963886" y="2835640"/>
              <a:chExt cx="6444343" cy="3596119"/>
            </a:xfrm>
          </p:grpSpPr>
          <p:sp>
            <p:nvSpPr>
              <p:cNvPr id="11" name="Rectangle: Rounded Corners 10">
                <a:extLst>
                  <a:ext uri="{FF2B5EF4-FFF2-40B4-BE49-F238E27FC236}">
                    <a16:creationId xmlns:a16="http://schemas.microsoft.com/office/drawing/2014/main" id="{9C47832A-C4B6-6954-EAB8-8ECFE1417EFD}"/>
                  </a:ext>
                </a:extLst>
              </p:cNvPr>
              <p:cNvSpPr/>
              <p:nvPr/>
            </p:nvSpPr>
            <p:spPr>
              <a:xfrm>
                <a:off x="4963886" y="3404195"/>
                <a:ext cx="6444343" cy="3027564"/>
              </a:xfrm>
              <a:prstGeom prst="roundRect">
                <a:avLst>
                  <a:gd name="adj" fmla="val 977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C2275B28-26D7-AEFA-D4D2-F7616CC5BDC8}"/>
                  </a:ext>
                </a:extLst>
              </p:cNvPr>
              <p:cNvCxnSpPr>
                <a:cxnSpLocks/>
                <a:stCxn id="15" idx="0"/>
                <a:endCxn id="14" idx="2"/>
              </p:cNvCxnSpPr>
              <p:nvPr/>
            </p:nvCxnSpPr>
            <p:spPr>
              <a:xfrm flipV="1">
                <a:off x="8166100" y="4699110"/>
                <a:ext cx="0" cy="503722"/>
              </a:xfrm>
              <a:prstGeom prst="straightConnector1">
                <a:avLst/>
              </a:prstGeom>
              <a:ln w="28575">
                <a:solidFill>
                  <a:srgbClr val="162E5D"/>
                </a:solidFill>
                <a:tailEnd type="triangle" w="lg" len="me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C10DB38-A12A-95F1-DD25-A5EDB4933204}"/>
                  </a:ext>
                </a:extLst>
              </p:cNvPr>
              <p:cNvSpPr txBox="1"/>
              <p:nvPr/>
            </p:nvSpPr>
            <p:spPr>
              <a:xfrm>
                <a:off x="5882698" y="2835640"/>
                <a:ext cx="4606717" cy="430887"/>
              </a:xfrm>
              <a:prstGeom prst="rect">
                <a:avLst/>
              </a:prstGeom>
              <a:noFill/>
            </p:spPr>
            <p:txBody>
              <a:bodyPr wrap="square" rtlCol="0">
                <a:spAutoFit/>
              </a:bodyPr>
              <a:lstStyle/>
              <a:p>
                <a:pPr algn="ct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Each encoder has two layers:</a:t>
                </a:r>
              </a:p>
            </p:txBody>
          </p:sp>
        </p:grpSp>
      </p:grpSp>
      <p:sp>
        <p:nvSpPr>
          <p:cNvPr id="16" name="TextBox 15">
            <a:extLst>
              <a:ext uri="{FF2B5EF4-FFF2-40B4-BE49-F238E27FC236}">
                <a16:creationId xmlns:a16="http://schemas.microsoft.com/office/drawing/2014/main" id="{17BD46E0-E292-D30F-7C12-4EE8A50CE1D1}"/>
              </a:ext>
            </a:extLst>
          </p:cNvPr>
          <p:cNvSpPr txBox="1"/>
          <p:nvPr/>
        </p:nvSpPr>
        <p:spPr>
          <a:xfrm>
            <a:off x="8060269" y="3822357"/>
            <a:ext cx="7614508" cy="2462213"/>
          </a:xfrm>
          <a:prstGeom prst="rect">
            <a:avLst/>
          </a:prstGeom>
          <a:noFill/>
        </p:spPr>
        <p:txBody>
          <a:bodyPr wrap="square" rtlCol="0">
            <a:spAutoFit/>
          </a:bodyPr>
          <a:lstStyle/>
          <a:p>
            <a:pPr marL="342900" indent="-342900">
              <a:buFont typeface="Arial" panose="020B0604020202020204" pitchFamily="34" charset="0"/>
              <a:buChar char="•"/>
            </a:pP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Passing through encoders: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The word vectors, now enhanced with positional information, pass through multiple layers of encoders. Each encoder layer processes the vectors, refining and enriching the representations with context from the entire sentence. This process leverages self-attention and feed-forward neural networks within each layer.</a:t>
            </a:r>
            <a:endPar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1229979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dirty="0">
                <a:solidFill>
                  <a:srgbClr val="3F3F3F"/>
                </a:solidFill>
                <a:latin typeface="Open Sans"/>
                <a:ea typeface="Open Sans"/>
                <a:cs typeface="Open Sans"/>
                <a:sym typeface="Open Sans"/>
              </a:rPr>
              <a:t> Transformer Working: Decoder</a:t>
            </a:r>
          </a:p>
        </p:txBody>
      </p:sp>
      <p:grpSp>
        <p:nvGrpSpPr>
          <p:cNvPr id="3" name="Group 2">
            <a:extLst>
              <a:ext uri="{FF2B5EF4-FFF2-40B4-BE49-F238E27FC236}">
                <a16:creationId xmlns:a16="http://schemas.microsoft.com/office/drawing/2014/main" id="{59E61939-9663-99D0-76E9-1DB98C8646F3}"/>
              </a:ext>
            </a:extLst>
          </p:cNvPr>
          <p:cNvGrpSpPr/>
          <p:nvPr/>
        </p:nvGrpSpPr>
        <p:grpSpPr>
          <a:xfrm>
            <a:off x="1337128" y="2785293"/>
            <a:ext cx="6444343" cy="4738804"/>
            <a:chOff x="4905767" y="2315736"/>
            <a:chExt cx="6444343" cy="4738804"/>
          </a:xfrm>
        </p:grpSpPr>
        <p:sp>
          <p:nvSpPr>
            <p:cNvPr id="23" name="Rectangle: Rounded Corners 20">
              <a:extLst>
                <a:ext uri="{FF2B5EF4-FFF2-40B4-BE49-F238E27FC236}">
                  <a16:creationId xmlns:a16="http://schemas.microsoft.com/office/drawing/2014/main" id="{EA7C980B-1D53-72A9-7E28-CF4A708D96A5}"/>
                </a:ext>
              </a:extLst>
            </p:cNvPr>
            <p:cNvSpPr/>
            <p:nvPr/>
          </p:nvSpPr>
          <p:spPr>
            <a:xfrm>
              <a:off x="5233919" y="3152835"/>
              <a:ext cx="5788038" cy="992822"/>
            </a:xfrm>
            <a:prstGeom prst="roundRect">
              <a:avLst/>
            </a:prstGeom>
            <a:solidFill>
              <a:srgbClr val="FFC4A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1219170">
                <a:spcBef>
                  <a:spcPct val="0"/>
                </a:spcBef>
                <a:buSzPts val="2400"/>
              </a:pPr>
              <a:r>
                <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Feed-forward</a:t>
              </a:r>
              <a:endPar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Rectangle: Rounded Corners 21">
              <a:extLst>
                <a:ext uri="{FF2B5EF4-FFF2-40B4-BE49-F238E27FC236}">
                  <a16:creationId xmlns:a16="http://schemas.microsoft.com/office/drawing/2014/main" id="{8E898272-98F8-05CB-68DB-0F4CEC66871B}"/>
                </a:ext>
              </a:extLst>
            </p:cNvPr>
            <p:cNvSpPr/>
            <p:nvPr/>
          </p:nvSpPr>
          <p:spPr>
            <a:xfrm>
              <a:off x="5233919" y="4488051"/>
              <a:ext cx="5788038" cy="992822"/>
            </a:xfrm>
            <a:prstGeom prst="roundRect">
              <a:avLst/>
            </a:prstGeom>
            <a:solidFill>
              <a:srgbClr val="F7F2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spcBef>
                  <a:spcPct val="0"/>
                </a:spcBef>
                <a:buSzPts val="2400"/>
              </a:pP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Encoder-decoder attention	</a:t>
              </a:r>
            </a:p>
          </p:txBody>
        </p:sp>
        <p:sp>
          <p:nvSpPr>
            <p:cNvPr id="5" name="Rectangle: Rounded Corners 14">
              <a:extLst>
                <a:ext uri="{FF2B5EF4-FFF2-40B4-BE49-F238E27FC236}">
                  <a16:creationId xmlns:a16="http://schemas.microsoft.com/office/drawing/2014/main" id="{0DD34C26-DE03-0A39-A600-5FC9AD3A5FC3}"/>
                </a:ext>
              </a:extLst>
            </p:cNvPr>
            <p:cNvSpPr/>
            <p:nvPr/>
          </p:nvSpPr>
          <p:spPr>
            <a:xfrm>
              <a:off x="4905767" y="2850741"/>
              <a:ext cx="6444343" cy="4203799"/>
            </a:xfrm>
            <a:prstGeom prst="roundRect">
              <a:avLst>
                <a:gd name="adj" fmla="val 977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id="{D3AF6A43-1A33-AC07-8432-5D0664AEA190}"/>
                </a:ext>
              </a:extLst>
            </p:cNvPr>
            <p:cNvCxnSpPr>
              <a:cxnSpLocks/>
            </p:cNvCxnSpPr>
            <p:nvPr/>
          </p:nvCxnSpPr>
          <p:spPr>
            <a:xfrm flipV="1">
              <a:off x="8127938" y="4145657"/>
              <a:ext cx="0" cy="344049"/>
            </a:xfrm>
            <a:prstGeom prst="straightConnector1">
              <a:avLst/>
            </a:prstGeom>
            <a:ln w="28575">
              <a:solidFill>
                <a:srgbClr val="162E5D"/>
              </a:solidFill>
              <a:tailEnd type="triangle" w="lg"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7C87BA4-ADA4-F849-B47E-D27B409228C6}"/>
                </a:ext>
              </a:extLst>
            </p:cNvPr>
            <p:cNvSpPr txBox="1"/>
            <p:nvPr/>
          </p:nvSpPr>
          <p:spPr>
            <a:xfrm>
              <a:off x="5233919" y="2315736"/>
              <a:ext cx="6116190" cy="430887"/>
            </a:xfrm>
            <a:prstGeom prst="rect">
              <a:avLst/>
            </a:prstGeom>
            <a:noFill/>
          </p:spPr>
          <p:txBody>
            <a:bodyPr wrap="square" rtlCol="0">
              <a:spAutoFit/>
            </a:bodyPr>
            <a:lstStyle/>
            <a:p>
              <a:pPr algn="ct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 decoder has three layers:</a:t>
              </a:r>
            </a:p>
          </p:txBody>
        </p:sp>
        <p:sp>
          <p:nvSpPr>
            <p:cNvPr id="28" name="Rectangle: Rounded Corners 21">
              <a:extLst>
                <a:ext uri="{FF2B5EF4-FFF2-40B4-BE49-F238E27FC236}">
                  <a16:creationId xmlns:a16="http://schemas.microsoft.com/office/drawing/2014/main" id="{D084DD71-5258-9A7C-5F2D-3DA2688C64AB}"/>
                </a:ext>
              </a:extLst>
            </p:cNvPr>
            <p:cNvSpPr/>
            <p:nvPr/>
          </p:nvSpPr>
          <p:spPr>
            <a:xfrm>
              <a:off x="5233919" y="5781604"/>
              <a:ext cx="5788038" cy="992822"/>
            </a:xfrm>
            <a:prstGeom prst="roundRect">
              <a:avLst/>
            </a:prstGeom>
            <a:solidFill>
              <a:srgbClr val="CAE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spcBef>
                  <a:spcPct val="0"/>
                </a:spcBef>
                <a:buSzPts val="2400"/>
              </a:pP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Self-attention</a:t>
              </a:r>
            </a:p>
          </p:txBody>
        </p:sp>
        <p:cxnSp>
          <p:nvCxnSpPr>
            <p:cNvPr id="29" name="Straight Arrow Connector 28">
              <a:extLst>
                <a:ext uri="{FF2B5EF4-FFF2-40B4-BE49-F238E27FC236}">
                  <a16:creationId xmlns:a16="http://schemas.microsoft.com/office/drawing/2014/main" id="{63B25E9A-AEB0-269A-F0D3-F6FF17964BB2}"/>
                </a:ext>
              </a:extLst>
            </p:cNvPr>
            <p:cNvCxnSpPr>
              <a:cxnSpLocks/>
            </p:cNvCxnSpPr>
            <p:nvPr/>
          </p:nvCxnSpPr>
          <p:spPr>
            <a:xfrm flipV="1">
              <a:off x="8127938" y="5480873"/>
              <a:ext cx="0" cy="344049"/>
            </a:xfrm>
            <a:prstGeom prst="straightConnector1">
              <a:avLst/>
            </a:prstGeom>
            <a:ln w="28575">
              <a:solidFill>
                <a:srgbClr val="162E5D"/>
              </a:solidFill>
              <a:tailEnd type="triangle" w="lg" len="med"/>
            </a:ln>
          </p:spPr>
          <p:style>
            <a:lnRef idx="1">
              <a:schemeClr val="accent1"/>
            </a:lnRef>
            <a:fillRef idx="0">
              <a:schemeClr val="accent1"/>
            </a:fillRef>
            <a:effectRef idx="0">
              <a:schemeClr val="accent1"/>
            </a:effectRef>
            <a:fontRef idx="minor">
              <a:schemeClr val="tx1"/>
            </a:fontRef>
          </p:style>
        </p:cxnSp>
      </p:grpSp>
      <p:sp>
        <p:nvSpPr>
          <p:cNvPr id="13" name="Brandline_LVC">
            <a:extLst>
              <a:ext uri="{FF2B5EF4-FFF2-40B4-BE49-F238E27FC236}">
                <a16:creationId xmlns:a16="http://schemas.microsoft.com/office/drawing/2014/main" id="{FB7ED92C-6376-4748-BF89-3C2261784A95}"/>
              </a:ext>
            </a:extLst>
          </p:cNvPr>
          <p:cNvSpPr/>
          <p:nvPr/>
        </p:nvSpPr>
        <p:spPr>
          <a:xfrm>
            <a:off x="4559300" y="816352"/>
            <a:ext cx="714263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A2246DD-AB8A-1F0D-BDFD-83E05DF58824}"/>
              </a:ext>
            </a:extLst>
          </p:cNvPr>
          <p:cNvSpPr txBox="1"/>
          <p:nvPr/>
        </p:nvSpPr>
        <p:spPr>
          <a:xfrm>
            <a:off x="8127939" y="3320298"/>
            <a:ext cx="7614508" cy="3816429"/>
          </a:xfrm>
          <a:prstGeom prst="rect">
            <a:avLst/>
          </a:prstGeom>
          <a:noFill/>
        </p:spPr>
        <p:txBody>
          <a:bodyPr wrap="square" rtlCol="0">
            <a:spAutoFit/>
          </a:bodyPr>
          <a:lstStyle/>
          <a:p>
            <a:pPr marL="342900" indent="-342900">
              <a:buFont typeface="Arial" panose="020B0604020202020204" pitchFamily="34" charset="0"/>
              <a:buChar char="•"/>
            </a:pP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Receiving encoder outputs</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The decoder begins its process by receiving the entire sequence of outputs from the encoder. These outputs contain encoded information about every word in the input sequence, providing a comprehensive context that the decoder will use to generate the translation.</a:t>
            </a:r>
          </a:p>
          <a:p>
            <a:pPr marL="342900" indent="-342900">
              <a:buFont typeface="Arial" panose="020B0604020202020204" pitchFamily="34" charset="0"/>
              <a:buChar char="•"/>
            </a:pPr>
            <a:endPar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Output sequence initialization: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The decoder generates the output sequence by receiving a special start token. This token serves as the initial input for the decoder layers.</a:t>
            </a:r>
            <a:endPar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2761069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dirty="0">
                <a:solidFill>
                  <a:srgbClr val="3F3F3F"/>
                </a:solidFill>
                <a:latin typeface="Open Sans"/>
                <a:ea typeface="Open Sans"/>
                <a:cs typeface="Open Sans"/>
                <a:sym typeface="Open Sans"/>
              </a:rPr>
              <a:t> Transformer Working: Decoder</a:t>
            </a:r>
          </a:p>
        </p:txBody>
      </p:sp>
      <p:grpSp>
        <p:nvGrpSpPr>
          <p:cNvPr id="3" name="Group 2">
            <a:extLst>
              <a:ext uri="{FF2B5EF4-FFF2-40B4-BE49-F238E27FC236}">
                <a16:creationId xmlns:a16="http://schemas.microsoft.com/office/drawing/2014/main" id="{59E61939-9663-99D0-76E9-1DB98C8646F3}"/>
              </a:ext>
            </a:extLst>
          </p:cNvPr>
          <p:cNvGrpSpPr/>
          <p:nvPr/>
        </p:nvGrpSpPr>
        <p:grpSpPr>
          <a:xfrm>
            <a:off x="1337128" y="2785293"/>
            <a:ext cx="6444343" cy="4738804"/>
            <a:chOff x="4905767" y="2315736"/>
            <a:chExt cx="6444343" cy="4738804"/>
          </a:xfrm>
        </p:grpSpPr>
        <p:sp>
          <p:nvSpPr>
            <p:cNvPr id="23" name="Rectangle: Rounded Corners 20">
              <a:extLst>
                <a:ext uri="{FF2B5EF4-FFF2-40B4-BE49-F238E27FC236}">
                  <a16:creationId xmlns:a16="http://schemas.microsoft.com/office/drawing/2014/main" id="{EA7C980B-1D53-72A9-7E28-CF4A708D96A5}"/>
                </a:ext>
              </a:extLst>
            </p:cNvPr>
            <p:cNvSpPr/>
            <p:nvPr/>
          </p:nvSpPr>
          <p:spPr>
            <a:xfrm>
              <a:off x="5233919" y="3152835"/>
              <a:ext cx="5788038" cy="992822"/>
            </a:xfrm>
            <a:prstGeom prst="roundRect">
              <a:avLst/>
            </a:prstGeom>
            <a:solidFill>
              <a:srgbClr val="FFC4A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1219170">
                <a:spcBef>
                  <a:spcPct val="0"/>
                </a:spcBef>
                <a:buSzPts val="2400"/>
              </a:pPr>
              <a:r>
                <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Feed-forward</a:t>
              </a:r>
              <a:endPar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Rectangle: Rounded Corners 21">
              <a:extLst>
                <a:ext uri="{FF2B5EF4-FFF2-40B4-BE49-F238E27FC236}">
                  <a16:creationId xmlns:a16="http://schemas.microsoft.com/office/drawing/2014/main" id="{8E898272-98F8-05CB-68DB-0F4CEC66871B}"/>
                </a:ext>
              </a:extLst>
            </p:cNvPr>
            <p:cNvSpPr/>
            <p:nvPr/>
          </p:nvSpPr>
          <p:spPr>
            <a:xfrm>
              <a:off x="5233919" y="4488051"/>
              <a:ext cx="5788038" cy="992822"/>
            </a:xfrm>
            <a:prstGeom prst="roundRect">
              <a:avLst/>
            </a:prstGeom>
            <a:solidFill>
              <a:srgbClr val="F7F2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spcBef>
                  <a:spcPct val="0"/>
                </a:spcBef>
                <a:buSzPts val="2400"/>
              </a:pP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Encoder-decoder attention	</a:t>
              </a:r>
            </a:p>
          </p:txBody>
        </p:sp>
        <p:sp>
          <p:nvSpPr>
            <p:cNvPr id="5" name="Rectangle: Rounded Corners 14">
              <a:extLst>
                <a:ext uri="{FF2B5EF4-FFF2-40B4-BE49-F238E27FC236}">
                  <a16:creationId xmlns:a16="http://schemas.microsoft.com/office/drawing/2014/main" id="{0DD34C26-DE03-0A39-A600-5FC9AD3A5FC3}"/>
                </a:ext>
              </a:extLst>
            </p:cNvPr>
            <p:cNvSpPr/>
            <p:nvPr/>
          </p:nvSpPr>
          <p:spPr>
            <a:xfrm>
              <a:off x="4905767" y="2850741"/>
              <a:ext cx="6444343" cy="4203799"/>
            </a:xfrm>
            <a:prstGeom prst="roundRect">
              <a:avLst>
                <a:gd name="adj" fmla="val 977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id="{D3AF6A43-1A33-AC07-8432-5D0664AEA190}"/>
                </a:ext>
              </a:extLst>
            </p:cNvPr>
            <p:cNvCxnSpPr>
              <a:cxnSpLocks/>
            </p:cNvCxnSpPr>
            <p:nvPr/>
          </p:nvCxnSpPr>
          <p:spPr>
            <a:xfrm flipV="1">
              <a:off x="8127938" y="4145657"/>
              <a:ext cx="0" cy="344049"/>
            </a:xfrm>
            <a:prstGeom prst="straightConnector1">
              <a:avLst/>
            </a:prstGeom>
            <a:ln w="28575">
              <a:solidFill>
                <a:srgbClr val="162E5D"/>
              </a:solidFill>
              <a:tailEnd type="triangle" w="lg"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7C87BA4-ADA4-F849-B47E-D27B409228C6}"/>
                </a:ext>
              </a:extLst>
            </p:cNvPr>
            <p:cNvSpPr txBox="1"/>
            <p:nvPr/>
          </p:nvSpPr>
          <p:spPr>
            <a:xfrm>
              <a:off x="5233919" y="2315736"/>
              <a:ext cx="6116190" cy="430887"/>
            </a:xfrm>
            <a:prstGeom prst="rect">
              <a:avLst/>
            </a:prstGeom>
            <a:noFill/>
          </p:spPr>
          <p:txBody>
            <a:bodyPr wrap="square" rtlCol="0">
              <a:spAutoFit/>
            </a:bodyPr>
            <a:lstStyle/>
            <a:p>
              <a:pPr algn="ct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 decoder has three layers:</a:t>
              </a:r>
            </a:p>
          </p:txBody>
        </p:sp>
        <p:sp>
          <p:nvSpPr>
            <p:cNvPr id="28" name="Rectangle: Rounded Corners 21">
              <a:extLst>
                <a:ext uri="{FF2B5EF4-FFF2-40B4-BE49-F238E27FC236}">
                  <a16:creationId xmlns:a16="http://schemas.microsoft.com/office/drawing/2014/main" id="{D084DD71-5258-9A7C-5F2D-3DA2688C64AB}"/>
                </a:ext>
              </a:extLst>
            </p:cNvPr>
            <p:cNvSpPr/>
            <p:nvPr/>
          </p:nvSpPr>
          <p:spPr>
            <a:xfrm>
              <a:off x="5233919" y="5781604"/>
              <a:ext cx="5788038" cy="992822"/>
            </a:xfrm>
            <a:prstGeom prst="roundRect">
              <a:avLst/>
            </a:prstGeom>
            <a:solidFill>
              <a:srgbClr val="CAE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spcBef>
                  <a:spcPct val="0"/>
                </a:spcBef>
                <a:buSzPts val="2400"/>
              </a:pP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Self-attention</a:t>
              </a:r>
            </a:p>
          </p:txBody>
        </p:sp>
        <p:cxnSp>
          <p:nvCxnSpPr>
            <p:cNvPr id="29" name="Straight Arrow Connector 28">
              <a:extLst>
                <a:ext uri="{FF2B5EF4-FFF2-40B4-BE49-F238E27FC236}">
                  <a16:creationId xmlns:a16="http://schemas.microsoft.com/office/drawing/2014/main" id="{63B25E9A-AEB0-269A-F0D3-F6FF17964BB2}"/>
                </a:ext>
              </a:extLst>
            </p:cNvPr>
            <p:cNvCxnSpPr>
              <a:cxnSpLocks/>
            </p:cNvCxnSpPr>
            <p:nvPr/>
          </p:nvCxnSpPr>
          <p:spPr>
            <a:xfrm flipV="1">
              <a:off x="8127938" y="5480873"/>
              <a:ext cx="0" cy="344049"/>
            </a:xfrm>
            <a:prstGeom prst="straightConnector1">
              <a:avLst/>
            </a:prstGeom>
            <a:ln w="28575">
              <a:solidFill>
                <a:srgbClr val="162E5D"/>
              </a:solidFill>
              <a:tailEnd type="triangle" w="lg" len="med"/>
            </a:ln>
          </p:spPr>
          <p:style>
            <a:lnRef idx="1">
              <a:schemeClr val="accent1"/>
            </a:lnRef>
            <a:fillRef idx="0">
              <a:schemeClr val="accent1"/>
            </a:fillRef>
            <a:effectRef idx="0">
              <a:schemeClr val="accent1"/>
            </a:effectRef>
            <a:fontRef idx="minor">
              <a:schemeClr val="tx1"/>
            </a:fontRef>
          </p:style>
        </p:cxnSp>
      </p:grpSp>
      <p:sp>
        <p:nvSpPr>
          <p:cNvPr id="13" name="Brandline_LVC">
            <a:extLst>
              <a:ext uri="{FF2B5EF4-FFF2-40B4-BE49-F238E27FC236}">
                <a16:creationId xmlns:a16="http://schemas.microsoft.com/office/drawing/2014/main" id="{FB7ED92C-6376-4748-BF89-3C2261784A95}"/>
              </a:ext>
            </a:extLst>
          </p:cNvPr>
          <p:cNvSpPr/>
          <p:nvPr/>
        </p:nvSpPr>
        <p:spPr>
          <a:xfrm>
            <a:off x="4559300" y="816352"/>
            <a:ext cx="714263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A2246DD-AB8A-1F0D-BDFD-83E05DF58824}"/>
              </a:ext>
            </a:extLst>
          </p:cNvPr>
          <p:cNvSpPr txBox="1"/>
          <p:nvPr/>
        </p:nvSpPr>
        <p:spPr>
          <a:xfrm>
            <a:off x="8127939" y="3320298"/>
            <a:ext cx="7614508" cy="3816429"/>
          </a:xfrm>
          <a:prstGeom prst="rect">
            <a:avLst/>
          </a:prstGeom>
          <a:noFill/>
        </p:spPr>
        <p:txBody>
          <a:bodyPr wrap="square" rtlCol="0">
            <a:spAutoFit/>
          </a:bodyPr>
          <a:lstStyle/>
          <a:p>
            <a:pPr marL="342900" indent="-342900">
              <a:buFont typeface="Arial" panose="020B0604020202020204" pitchFamily="34" charset="0"/>
              <a:buChar char="•"/>
            </a:pP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Self-attention mechanism: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Each decoder layer first applies a self-attention mechanism with a restriction. This self-attention only allows each position in the decoder to attend to earlier positions in the output sequence. This ensures that the predictions for each word are dependent only on the known previous words, preserving the auto-regressive property necessary for coherent generation. This mechanism helps the decoder understand the context within the output sequence itself, enhancing the flow and grammatical structure of the translation.</a:t>
            </a:r>
            <a:endPar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9292630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dirty="0">
                <a:solidFill>
                  <a:srgbClr val="3F3F3F"/>
                </a:solidFill>
                <a:latin typeface="Open Sans"/>
                <a:ea typeface="Open Sans"/>
                <a:cs typeface="Open Sans"/>
                <a:sym typeface="Open Sans"/>
              </a:rPr>
              <a:t> Transformer Working: Decoder</a:t>
            </a:r>
          </a:p>
        </p:txBody>
      </p:sp>
      <p:grpSp>
        <p:nvGrpSpPr>
          <p:cNvPr id="3" name="Group 2">
            <a:extLst>
              <a:ext uri="{FF2B5EF4-FFF2-40B4-BE49-F238E27FC236}">
                <a16:creationId xmlns:a16="http://schemas.microsoft.com/office/drawing/2014/main" id="{59E61939-9663-99D0-76E9-1DB98C8646F3}"/>
              </a:ext>
            </a:extLst>
          </p:cNvPr>
          <p:cNvGrpSpPr/>
          <p:nvPr/>
        </p:nvGrpSpPr>
        <p:grpSpPr>
          <a:xfrm>
            <a:off x="1337128" y="2785293"/>
            <a:ext cx="6444343" cy="4738804"/>
            <a:chOff x="4905767" y="2315736"/>
            <a:chExt cx="6444343" cy="4738804"/>
          </a:xfrm>
        </p:grpSpPr>
        <p:sp>
          <p:nvSpPr>
            <p:cNvPr id="23" name="Rectangle: Rounded Corners 20">
              <a:extLst>
                <a:ext uri="{FF2B5EF4-FFF2-40B4-BE49-F238E27FC236}">
                  <a16:creationId xmlns:a16="http://schemas.microsoft.com/office/drawing/2014/main" id="{EA7C980B-1D53-72A9-7E28-CF4A708D96A5}"/>
                </a:ext>
              </a:extLst>
            </p:cNvPr>
            <p:cNvSpPr/>
            <p:nvPr/>
          </p:nvSpPr>
          <p:spPr>
            <a:xfrm>
              <a:off x="5233919" y="3152835"/>
              <a:ext cx="5788038" cy="992822"/>
            </a:xfrm>
            <a:prstGeom prst="roundRect">
              <a:avLst/>
            </a:prstGeom>
            <a:solidFill>
              <a:srgbClr val="FFC4A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1219170">
                <a:spcBef>
                  <a:spcPct val="0"/>
                </a:spcBef>
                <a:buSzPts val="2400"/>
              </a:pPr>
              <a:r>
                <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Feed-forward</a:t>
              </a:r>
              <a:endPar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Rectangle: Rounded Corners 21">
              <a:extLst>
                <a:ext uri="{FF2B5EF4-FFF2-40B4-BE49-F238E27FC236}">
                  <a16:creationId xmlns:a16="http://schemas.microsoft.com/office/drawing/2014/main" id="{8E898272-98F8-05CB-68DB-0F4CEC66871B}"/>
                </a:ext>
              </a:extLst>
            </p:cNvPr>
            <p:cNvSpPr/>
            <p:nvPr/>
          </p:nvSpPr>
          <p:spPr>
            <a:xfrm>
              <a:off x="5233919" y="4488051"/>
              <a:ext cx="5788038" cy="992822"/>
            </a:xfrm>
            <a:prstGeom prst="roundRect">
              <a:avLst/>
            </a:prstGeom>
            <a:solidFill>
              <a:srgbClr val="F7F2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spcBef>
                  <a:spcPct val="0"/>
                </a:spcBef>
                <a:buSzPts val="2400"/>
              </a:pP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Encoder-decoder attention	</a:t>
              </a:r>
            </a:p>
          </p:txBody>
        </p:sp>
        <p:sp>
          <p:nvSpPr>
            <p:cNvPr id="5" name="Rectangle: Rounded Corners 14">
              <a:extLst>
                <a:ext uri="{FF2B5EF4-FFF2-40B4-BE49-F238E27FC236}">
                  <a16:creationId xmlns:a16="http://schemas.microsoft.com/office/drawing/2014/main" id="{0DD34C26-DE03-0A39-A600-5FC9AD3A5FC3}"/>
                </a:ext>
              </a:extLst>
            </p:cNvPr>
            <p:cNvSpPr/>
            <p:nvPr/>
          </p:nvSpPr>
          <p:spPr>
            <a:xfrm>
              <a:off x="4905767" y="2850741"/>
              <a:ext cx="6444343" cy="4203799"/>
            </a:xfrm>
            <a:prstGeom prst="roundRect">
              <a:avLst>
                <a:gd name="adj" fmla="val 977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id="{D3AF6A43-1A33-AC07-8432-5D0664AEA190}"/>
                </a:ext>
              </a:extLst>
            </p:cNvPr>
            <p:cNvCxnSpPr>
              <a:cxnSpLocks/>
            </p:cNvCxnSpPr>
            <p:nvPr/>
          </p:nvCxnSpPr>
          <p:spPr>
            <a:xfrm flipV="1">
              <a:off x="8127938" y="4145657"/>
              <a:ext cx="0" cy="344049"/>
            </a:xfrm>
            <a:prstGeom prst="straightConnector1">
              <a:avLst/>
            </a:prstGeom>
            <a:ln w="28575">
              <a:solidFill>
                <a:srgbClr val="162E5D"/>
              </a:solidFill>
              <a:tailEnd type="triangle" w="lg"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7C87BA4-ADA4-F849-B47E-D27B409228C6}"/>
                </a:ext>
              </a:extLst>
            </p:cNvPr>
            <p:cNvSpPr txBox="1"/>
            <p:nvPr/>
          </p:nvSpPr>
          <p:spPr>
            <a:xfrm>
              <a:off x="5233919" y="2315736"/>
              <a:ext cx="6116190" cy="430887"/>
            </a:xfrm>
            <a:prstGeom prst="rect">
              <a:avLst/>
            </a:prstGeom>
            <a:noFill/>
          </p:spPr>
          <p:txBody>
            <a:bodyPr wrap="square" rtlCol="0">
              <a:spAutoFit/>
            </a:bodyPr>
            <a:lstStyle/>
            <a:p>
              <a:pPr algn="ct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 decoder has three layers:</a:t>
              </a:r>
            </a:p>
          </p:txBody>
        </p:sp>
        <p:sp>
          <p:nvSpPr>
            <p:cNvPr id="28" name="Rectangle: Rounded Corners 21">
              <a:extLst>
                <a:ext uri="{FF2B5EF4-FFF2-40B4-BE49-F238E27FC236}">
                  <a16:creationId xmlns:a16="http://schemas.microsoft.com/office/drawing/2014/main" id="{D084DD71-5258-9A7C-5F2D-3DA2688C64AB}"/>
                </a:ext>
              </a:extLst>
            </p:cNvPr>
            <p:cNvSpPr/>
            <p:nvPr/>
          </p:nvSpPr>
          <p:spPr>
            <a:xfrm>
              <a:off x="5233919" y="5781604"/>
              <a:ext cx="5788038" cy="992822"/>
            </a:xfrm>
            <a:prstGeom prst="roundRect">
              <a:avLst/>
            </a:prstGeom>
            <a:solidFill>
              <a:srgbClr val="CAE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spcBef>
                  <a:spcPct val="0"/>
                </a:spcBef>
                <a:buSzPts val="2400"/>
              </a:pP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Self-attention</a:t>
              </a:r>
            </a:p>
          </p:txBody>
        </p:sp>
        <p:cxnSp>
          <p:nvCxnSpPr>
            <p:cNvPr id="29" name="Straight Arrow Connector 28">
              <a:extLst>
                <a:ext uri="{FF2B5EF4-FFF2-40B4-BE49-F238E27FC236}">
                  <a16:creationId xmlns:a16="http://schemas.microsoft.com/office/drawing/2014/main" id="{63B25E9A-AEB0-269A-F0D3-F6FF17964BB2}"/>
                </a:ext>
              </a:extLst>
            </p:cNvPr>
            <p:cNvCxnSpPr>
              <a:cxnSpLocks/>
            </p:cNvCxnSpPr>
            <p:nvPr/>
          </p:nvCxnSpPr>
          <p:spPr>
            <a:xfrm flipV="1">
              <a:off x="8127938" y="5480873"/>
              <a:ext cx="0" cy="344049"/>
            </a:xfrm>
            <a:prstGeom prst="straightConnector1">
              <a:avLst/>
            </a:prstGeom>
            <a:ln w="28575">
              <a:solidFill>
                <a:srgbClr val="162E5D"/>
              </a:solidFill>
              <a:tailEnd type="triangle" w="lg" len="med"/>
            </a:ln>
          </p:spPr>
          <p:style>
            <a:lnRef idx="1">
              <a:schemeClr val="accent1"/>
            </a:lnRef>
            <a:fillRef idx="0">
              <a:schemeClr val="accent1"/>
            </a:fillRef>
            <a:effectRef idx="0">
              <a:schemeClr val="accent1"/>
            </a:effectRef>
            <a:fontRef idx="minor">
              <a:schemeClr val="tx1"/>
            </a:fontRef>
          </p:style>
        </p:cxnSp>
      </p:grpSp>
      <p:sp>
        <p:nvSpPr>
          <p:cNvPr id="13" name="Brandline_LVC">
            <a:extLst>
              <a:ext uri="{FF2B5EF4-FFF2-40B4-BE49-F238E27FC236}">
                <a16:creationId xmlns:a16="http://schemas.microsoft.com/office/drawing/2014/main" id="{FB7ED92C-6376-4748-BF89-3C2261784A95}"/>
              </a:ext>
            </a:extLst>
          </p:cNvPr>
          <p:cNvSpPr/>
          <p:nvPr/>
        </p:nvSpPr>
        <p:spPr>
          <a:xfrm>
            <a:off x="4559300" y="816352"/>
            <a:ext cx="714263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A2246DD-AB8A-1F0D-BDFD-83E05DF58824}"/>
              </a:ext>
            </a:extLst>
          </p:cNvPr>
          <p:cNvSpPr txBox="1"/>
          <p:nvPr/>
        </p:nvSpPr>
        <p:spPr>
          <a:xfrm>
            <a:off x="8109622" y="2329042"/>
            <a:ext cx="7614508" cy="5847755"/>
          </a:xfrm>
          <a:prstGeom prst="rect">
            <a:avLst/>
          </a:prstGeom>
          <a:noFill/>
        </p:spPr>
        <p:txBody>
          <a:bodyPr wrap="square" rtlCol="0">
            <a:spAutoFit/>
          </a:bodyPr>
          <a:lstStyle/>
          <a:p>
            <a:pPr marL="342900" indent="-342900">
              <a:buFont typeface="Arial" panose="020B0604020202020204" pitchFamily="34" charset="0"/>
              <a:buChar char="•"/>
            </a:pP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Encoder-decoder attention: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After processing through its self-attention layer, each decoder layer uses an encoder-decoder attention mechanism. This crucial layer allows the decoder to focus on relevant parts of the input sequence for each word being generated in the output. By attending to the encoder's outputs, the decoder effectively utilizes the input sequence's contextual information, ensuring that the generated translation is semantically aligned with the input.</a:t>
            </a:r>
          </a:p>
          <a:p>
            <a:pPr marL="342900" indent="-342900">
              <a:buFont typeface="Arial" panose="020B0604020202020204" pitchFamily="34" charset="0"/>
              <a:buChar char="•"/>
            </a:pPr>
            <a:endPar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Feed-Forward Neural Networks: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Like the encoder, each decoder layer includes a position-wise feed-forward neural network. This network processes the output of the attention mechanisms and produces the intermediate representations that generate the next word in the output sequence.</a:t>
            </a:r>
            <a:endPar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9668054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dirty="0">
                <a:solidFill>
                  <a:srgbClr val="3F3F3F"/>
                </a:solidFill>
                <a:latin typeface="Open Sans"/>
                <a:ea typeface="Open Sans"/>
                <a:cs typeface="Open Sans"/>
                <a:sym typeface="Open Sans"/>
              </a:rPr>
              <a:t> Transformer Working: Decoder</a:t>
            </a:r>
          </a:p>
        </p:txBody>
      </p:sp>
      <p:grpSp>
        <p:nvGrpSpPr>
          <p:cNvPr id="3" name="Group 2">
            <a:extLst>
              <a:ext uri="{FF2B5EF4-FFF2-40B4-BE49-F238E27FC236}">
                <a16:creationId xmlns:a16="http://schemas.microsoft.com/office/drawing/2014/main" id="{59E61939-9663-99D0-76E9-1DB98C8646F3}"/>
              </a:ext>
            </a:extLst>
          </p:cNvPr>
          <p:cNvGrpSpPr/>
          <p:nvPr/>
        </p:nvGrpSpPr>
        <p:grpSpPr>
          <a:xfrm>
            <a:off x="1337128" y="2785293"/>
            <a:ext cx="6444343" cy="4738804"/>
            <a:chOff x="4905767" y="2315736"/>
            <a:chExt cx="6444343" cy="4738804"/>
          </a:xfrm>
        </p:grpSpPr>
        <p:sp>
          <p:nvSpPr>
            <p:cNvPr id="23" name="Rectangle: Rounded Corners 20">
              <a:extLst>
                <a:ext uri="{FF2B5EF4-FFF2-40B4-BE49-F238E27FC236}">
                  <a16:creationId xmlns:a16="http://schemas.microsoft.com/office/drawing/2014/main" id="{EA7C980B-1D53-72A9-7E28-CF4A708D96A5}"/>
                </a:ext>
              </a:extLst>
            </p:cNvPr>
            <p:cNvSpPr/>
            <p:nvPr/>
          </p:nvSpPr>
          <p:spPr>
            <a:xfrm>
              <a:off x="5233919" y="3152835"/>
              <a:ext cx="5788038" cy="992822"/>
            </a:xfrm>
            <a:prstGeom prst="roundRect">
              <a:avLst/>
            </a:prstGeom>
            <a:solidFill>
              <a:srgbClr val="FFC4A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1219170">
                <a:spcBef>
                  <a:spcPct val="0"/>
                </a:spcBef>
                <a:buSzPts val="2400"/>
              </a:pPr>
              <a:r>
                <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Feed-forward</a:t>
              </a:r>
              <a:endPar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Rectangle: Rounded Corners 21">
              <a:extLst>
                <a:ext uri="{FF2B5EF4-FFF2-40B4-BE49-F238E27FC236}">
                  <a16:creationId xmlns:a16="http://schemas.microsoft.com/office/drawing/2014/main" id="{8E898272-98F8-05CB-68DB-0F4CEC66871B}"/>
                </a:ext>
              </a:extLst>
            </p:cNvPr>
            <p:cNvSpPr/>
            <p:nvPr/>
          </p:nvSpPr>
          <p:spPr>
            <a:xfrm>
              <a:off x="5233919" y="4488051"/>
              <a:ext cx="5788038" cy="992822"/>
            </a:xfrm>
            <a:prstGeom prst="roundRect">
              <a:avLst/>
            </a:prstGeom>
            <a:solidFill>
              <a:srgbClr val="F7F2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spcBef>
                  <a:spcPct val="0"/>
                </a:spcBef>
                <a:buSzPts val="2400"/>
              </a:pP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Encoder-decoder attention	</a:t>
              </a:r>
            </a:p>
          </p:txBody>
        </p:sp>
        <p:sp>
          <p:nvSpPr>
            <p:cNvPr id="5" name="Rectangle: Rounded Corners 14">
              <a:extLst>
                <a:ext uri="{FF2B5EF4-FFF2-40B4-BE49-F238E27FC236}">
                  <a16:creationId xmlns:a16="http://schemas.microsoft.com/office/drawing/2014/main" id="{0DD34C26-DE03-0A39-A600-5FC9AD3A5FC3}"/>
                </a:ext>
              </a:extLst>
            </p:cNvPr>
            <p:cNvSpPr/>
            <p:nvPr/>
          </p:nvSpPr>
          <p:spPr>
            <a:xfrm>
              <a:off x="4905767" y="2850741"/>
              <a:ext cx="6444343" cy="4203799"/>
            </a:xfrm>
            <a:prstGeom prst="roundRect">
              <a:avLst>
                <a:gd name="adj" fmla="val 977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id="{D3AF6A43-1A33-AC07-8432-5D0664AEA190}"/>
                </a:ext>
              </a:extLst>
            </p:cNvPr>
            <p:cNvCxnSpPr>
              <a:cxnSpLocks/>
            </p:cNvCxnSpPr>
            <p:nvPr/>
          </p:nvCxnSpPr>
          <p:spPr>
            <a:xfrm flipV="1">
              <a:off x="8127938" y="4145657"/>
              <a:ext cx="0" cy="344049"/>
            </a:xfrm>
            <a:prstGeom prst="straightConnector1">
              <a:avLst/>
            </a:prstGeom>
            <a:ln w="28575">
              <a:solidFill>
                <a:srgbClr val="162E5D"/>
              </a:solidFill>
              <a:tailEnd type="triangle" w="lg"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7C87BA4-ADA4-F849-B47E-D27B409228C6}"/>
                </a:ext>
              </a:extLst>
            </p:cNvPr>
            <p:cNvSpPr txBox="1"/>
            <p:nvPr/>
          </p:nvSpPr>
          <p:spPr>
            <a:xfrm>
              <a:off x="5233919" y="2315736"/>
              <a:ext cx="6116190" cy="430887"/>
            </a:xfrm>
            <a:prstGeom prst="rect">
              <a:avLst/>
            </a:prstGeom>
            <a:noFill/>
          </p:spPr>
          <p:txBody>
            <a:bodyPr wrap="square" rtlCol="0">
              <a:spAutoFit/>
            </a:bodyPr>
            <a:lstStyle/>
            <a:p>
              <a:pPr algn="ct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 decoder has three layers:</a:t>
              </a:r>
            </a:p>
          </p:txBody>
        </p:sp>
        <p:sp>
          <p:nvSpPr>
            <p:cNvPr id="28" name="Rectangle: Rounded Corners 21">
              <a:extLst>
                <a:ext uri="{FF2B5EF4-FFF2-40B4-BE49-F238E27FC236}">
                  <a16:creationId xmlns:a16="http://schemas.microsoft.com/office/drawing/2014/main" id="{D084DD71-5258-9A7C-5F2D-3DA2688C64AB}"/>
                </a:ext>
              </a:extLst>
            </p:cNvPr>
            <p:cNvSpPr/>
            <p:nvPr/>
          </p:nvSpPr>
          <p:spPr>
            <a:xfrm>
              <a:off x="5233919" y="5781604"/>
              <a:ext cx="5788038" cy="992822"/>
            </a:xfrm>
            <a:prstGeom prst="roundRect">
              <a:avLst/>
            </a:prstGeom>
            <a:solidFill>
              <a:srgbClr val="CAE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spcBef>
                  <a:spcPct val="0"/>
                </a:spcBef>
                <a:buSzPts val="2400"/>
              </a:pPr>
              <a:r>
                <a:rPr lang="en-IN"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Self-attention</a:t>
              </a:r>
            </a:p>
          </p:txBody>
        </p:sp>
        <p:cxnSp>
          <p:nvCxnSpPr>
            <p:cNvPr id="29" name="Straight Arrow Connector 28">
              <a:extLst>
                <a:ext uri="{FF2B5EF4-FFF2-40B4-BE49-F238E27FC236}">
                  <a16:creationId xmlns:a16="http://schemas.microsoft.com/office/drawing/2014/main" id="{63B25E9A-AEB0-269A-F0D3-F6FF17964BB2}"/>
                </a:ext>
              </a:extLst>
            </p:cNvPr>
            <p:cNvCxnSpPr>
              <a:cxnSpLocks/>
            </p:cNvCxnSpPr>
            <p:nvPr/>
          </p:nvCxnSpPr>
          <p:spPr>
            <a:xfrm flipV="1">
              <a:off x="8127938" y="5480873"/>
              <a:ext cx="0" cy="344049"/>
            </a:xfrm>
            <a:prstGeom prst="straightConnector1">
              <a:avLst/>
            </a:prstGeom>
            <a:ln w="28575">
              <a:solidFill>
                <a:srgbClr val="162E5D"/>
              </a:solidFill>
              <a:tailEnd type="triangle" w="lg" len="med"/>
            </a:ln>
          </p:spPr>
          <p:style>
            <a:lnRef idx="1">
              <a:schemeClr val="accent1"/>
            </a:lnRef>
            <a:fillRef idx="0">
              <a:schemeClr val="accent1"/>
            </a:fillRef>
            <a:effectRef idx="0">
              <a:schemeClr val="accent1"/>
            </a:effectRef>
            <a:fontRef idx="minor">
              <a:schemeClr val="tx1"/>
            </a:fontRef>
          </p:style>
        </p:cxnSp>
      </p:grpSp>
      <p:sp>
        <p:nvSpPr>
          <p:cNvPr id="13" name="Brandline_LVC">
            <a:extLst>
              <a:ext uri="{FF2B5EF4-FFF2-40B4-BE49-F238E27FC236}">
                <a16:creationId xmlns:a16="http://schemas.microsoft.com/office/drawing/2014/main" id="{FB7ED92C-6376-4748-BF89-3C2261784A95}"/>
              </a:ext>
            </a:extLst>
          </p:cNvPr>
          <p:cNvSpPr/>
          <p:nvPr/>
        </p:nvSpPr>
        <p:spPr>
          <a:xfrm>
            <a:off x="4559300" y="816352"/>
            <a:ext cx="714263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A2246DD-AB8A-1F0D-BDFD-83E05DF58824}"/>
              </a:ext>
            </a:extLst>
          </p:cNvPr>
          <p:cNvSpPr txBox="1"/>
          <p:nvPr/>
        </p:nvSpPr>
        <p:spPr>
          <a:xfrm>
            <a:off x="8127939" y="3376527"/>
            <a:ext cx="7614508" cy="4154984"/>
          </a:xfrm>
          <a:prstGeom prst="rect">
            <a:avLst/>
          </a:prstGeom>
          <a:noFill/>
        </p:spPr>
        <p:txBody>
          <a:bodyPr wrap="square" rtlCol="0">
            <a:spAutoFit/>
          </a:bodyPr>
          <a:lstStyle/>
          <a:p>
            <a:pPr marL="342900" indent="-342900">
              <a:buFont typeface="Arial" panose="020B0604020202020204" pitchFamily="34" charset="0"/>
              <a:buChar char="•"/>
            </a:pP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Output generation: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The final layer in the decoder transforms the intermediate representations into logits, which pass through a </a:t>
            </a:r>
            <a:r>
              <a:rPr lang="en-US" sz="2200" dirty="0" err="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softmax</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layer to form a probability distribution over the possible output words. The word with the highest probability is selected as the next word in the output sequence.</a:t>
            </a:r>
          </a:p>
          <a:p>
            <a:pPr marL="342900" indent="-342900">
              <a:buFont typeface="Arial" panose="020B0604020202020204" pitchFamily="34" charset="0"/>
              <a:buChar char="•"/>
            </a:pPr>
            <a:endPar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Repeat the process: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This process repeats for each word in the output sequence until the decoder generates an end-of-sequence token, signaling the completion of the output generation.</a:t>
            </a:r>
          </a:p>
          <a:p>
            <a:pPr marL="342900" indent="-342900">
              <a:buFont typeface="Arial" panose="020B0604020202020204" pitchFamily="34" charset="0"/>
              <a:buChar char="•"/>
            </a:pPr>
            <a:endPar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5709004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5"/>
          <p:cNvSpPr txBox="1">
            <a:spLocks noGrp="1"/>
          </p:cNvSpPr>
          <p:nvPr>
            <p:ph type="body" idx="10"/>
          </p:nvPr>
        </p:nvSpPr>
        <p:spPr>
          <a:xfrm>
            <a:off x="0" y="4114800"/>
            <a:ext cx="16256001" cy="914400"/>
          </a:xfrm>
          <a:noFill/>
          <a:ln>
            <a:noFill/>
          </a:ln>
        </p:spPr>
        <p:txBody>
          <a:bodyPr spcFirstLastPara="1" wrap="square" lIns="91425" tIns="91425" rIns="91425" bIns="91425" anchor="t" anchorCtr="0">
            <a:noAutofit/>
          </a:bodyPr>
          <a:lstStyle/>
          <a:p>
            <a:r>
              <a:rPr lang="en-US" dirty="0"/>
              <a:t>Introduction to BERT Model</a:t>
            </a:r>
          </a:p>
        </p:txBody>
      </p:sp>
    </p:spTree>
    <p:extLst>
      <p:ext uri="{BB962C8B-B14F-4D97-AF65-F5344CB8AC3E}">
        <p14:creationId xmlns:p14="http://schemas.microsoft.com/office/powerpoint/2010/main" val="7964558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BERT Model</a:t>
            </a:r>
          </a:p>
        </p:txBody>
      </p:sp>
      <p:sp>
        <p:nvSpPr>
          <p:cNvPr id="5" name="Google Shape;343;p43"/>
          <p:cNvSpPr/>
          <p:nvPr/>
        </p:nvSpPr>
        <p:spPr>
          <a:xfrm>
            <a:off x="2636199" y="999380"/>
            <a:ext cx="10983602" cy="980943"/>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5000"/>
              </a:lnSpc>
              <a:spcBef>
                <a:spcPts val="1100"/>
              </a:spcBef>
            </a:pPr>
            <a:r>
              <a:rPr lang="en-US" sz="2200" dirty="0">
                <a:solidFill>
                  <a:schemeClr val="tx1">
                    <a:lumMod val="75000"/>
                    <a:lumOff val="25000"/>
                  </a:schemeClr>
                </a:solidFill>
                <a:latin typeface="Open Sans"/>
                <a:ea typeface="Open Sans"/>
                <a:cs typeface="Open Sans"/>
              </a:rPr>
              <a:t>BERT stands for Bidirectional Encoder Representations from Transformers.</a:t>
            </a:r>
          </a:p>
        </p:txBody>
      </p:sp>
      <p:sp>
        <p:nvSpPr>
          <p:cNvPr id="16" name="Google Shape;343;p43">
            <a:extLst>
              <a:ext uri="{FF2B5EF4-FFF2-40B4-BE49-F238E27FC236}">
                <a16:creationId xmlns:a16="http://schemas.microsoft.com/office/drawing/2014/main" id="{057D45A3-CD25-4111-AEF8-D74FA89C2970}"/>
              </a:ext>
            </a:extLst>
          </p:cNvPr>
          <p:cNvSpPr/>
          <p:nvPr/>
        </p:nvSpPr>
        <p:spPr>
          <a:xfrm>
            <a:off x="1942610" y="6816080"/>
            <a:ext cx="12370780" cy="980943"/>
          </a:xfrm>
          <a:prstGeom prst="roundRect">
            <a:avLst>
              <a:gd name="adj" fmla="val 11839"/>
            </a:avLst>
          </a:prstGeom>
          <a:noFill/>
          <a:ln>
            <a:noFill/>
          </a:ln>
        </p:spPr>
        <p:txBody>
          <a:bodyPr spcFirstLastPara="1" wrap="square" lIns="91425" tIns="45700" rIns="91425" bIns="45700" anchor="ctr" anchorCtr="0">
            <a:noAutofit/>
          </a:bodyPr>
          <a:lstStyle/>
          <a:p>
            <a:pPr algn="ctr">
              <a:lnSpc>
                <a:spcPct val="115000"/>
              </a:lnSpc>
              <a:spcBef>
                <a:spcPts val="1100"/>
              </a:spcBef>
            </a:pPr>
            <a:r>
              <a:rPr lang="en-US" sz="2200" dirty="0">
                <a:solidFill>
                  <a:schemeClr val="tx1">
                    <a:lumMod val="75000"/>
                    <a:lumOff val="25000"/>
                  </a:schemeClr>
                </a:solidFill>
                <a:latin typeface="Open Sans"/>
                <a:ea typeface="Open Sans"/>
                <a:cs typeface="Open Sans"/>
              </a:rPr>
              <a:t>It learns the context of the given input rather than learning it in sequence. It is called contextual learning.</a:t>
            </a:r>
          </a:p>
        </p:txBody>
      </p:sp>
      <p:grpSp>
        <p:nvGrpSpPr>
          <p:cNvPr id="18" name="Group 17">
            <a:extLst>
              <a:ext uri="{FF2B5EF4-FFF2-40B4-BE49-F238E27FC236}">
                <a16:creationId xmlns:a16="http://schemas.microsoft.com/office/drawing/2014/main" id="{DC764BBA-6B35-918D-D069-C66BD691CE65}"/>
              </a:ext>
            </a:extLst>
          </p:cNvPr>
          <p:cNvGrpSpPr/>
          <p:nvPr/>
        </p:nvGrpSpPr>
        <p:grpSpPr>
          <a:xfrm>
            <a:off x="1575158" y="2973647"/>
            <a:ext cx="13105685" cy="3171130"/>
            <a:chOff x="1612900" y="2973647"/>
            <a:chExt cx="13105685" cy="3171130"/>
          </a:xfrm>
        </p:grpSpPr>
        <p:grpSp>
          <p:nvGrpSpPr>
            <p:cNvPr id="13" name="Group 12">
              <a:extLst>
                <a:ext uri="{FF2B5EF4-FFF2-40B4-BE49-F238E27FC236}">
                  <a16:creationId xmlns:a16="http://schemas.microsoft.com/office/drawing/2014/main" id="{C0D23263-B661-66B7-DBD0-25C6644D9436}"/>
                </a:ext>
              </a:extLst>
            </p:cNvPr>
            <p:cNvGrpSpPr/>
            <p:nvPr/>
          </p:nvGrpSpPr>
          <p:grpSpPr>
            <a:xfrm>
              <a:off x="1612900" y="3191155"/>
              <a:ext cx="5522258" cy="2904565"/>
              <a:chOff x="5109884" y="3406117"/>
              <a:chExt cx="5522258" cy="2904565"/>
            </a:xfrm>
          </p:grpSpPr>
          <p:sp>
            <p:nvSpPr>
              <p:cNvPr id="2" name="Rounded Rectangle 1">
                <a:extLst>
                  <a:ext uri="{FF2B5EF4-FFF2-40B4-BE49-F238E27FC236}">
                    <a16:creationId xmlns:a16="http://schemas.microsoft.com/office/drawing/2014/main" id="{40F67E1E-6DD8-082D-F6C8-0A942AE32F9C}"/>
                  </a:ext>
                </a:extLst>
              </p:cNvPr>
              <p:cNvSpPr/>
              <p:nvPr/>
            </p:nvSpPr>
            <p:spPr>
              <a:xfrm>
                <a:off x="5109884" y="3406117"/>
                <a:ext cx="5522258" cy="2904565"/>
              </a:xfrm>
              <a:prstGeom prst="roundRect">
                <a:avLst>
                  <a:gd name="adj" fmla="val 7408"/>
                </a:avLst>
              </a:prstGeom>
              <a:solidFill>
                <a:srgbClr val="162E5D"/>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C24DB96E-50BF-72E7-0B3B-4546699B18D0}"/>
                  </a:ext>
                </a:extLst>
              </p:cNvPr>
              <p:cNvSpPr/>
              <p:nvPr/>
            </p:nvSpPr>
            <p:spPr>
              <a:xfrm>
                <a:off x="5369861" y="3684024"/>
                <a:ext cx="672352" cy="2395660"/>
              </a:xfrm>
              <a:prstGeom prst="roundRect">
                <a:avLst>
                  <a:gd name="adj" fmla="val 7408"/>
                </a:avLst>
              </a:prstGeom>
              <a:solidFill>
                <a:srgbClr val="0483EF"/>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200">
                    <a:latin typeface="Open Sans" panose="020B0606030504020204" pitchFamily="34" charset="0"/>
                    <a:ea typeface="Open Sans" panose="020B0606030504020204" pitchFamily="34" charset="0"/>
                    <a:cs typeface="Open Sans" panose="020B0606030504020204" pitchFamily="34" charset="0"/>
                  </a:rPr>
                  <a:t>Encoder</a:t>
                </a:r>
              </a:p>
            </p:txBody>
          </p:sp>
          <p:sp>
            <p:nvSpPr>
              <p:cNvPr id="4" name="Rounded Rectangle 3">
                <a:extLst>
                  <a:ext uri="{FF2B5EF4-FFF2-40B4-BE49-F238E27FC236}">
                    <a16:creationId xmlns:a16="http://schemas.microsoft.com/office/drawing/2014/main" id="{652EF7BD-F851-A893-F8D2-D56600EAE70D}"/>
                  </a:ext>
                </a:extLst>
              </p:cNvPr>
              <p:cNvSpPr/>
              <p:nvPr/>
            </p:nvSpPr>
            <p:spPr>
              <a:xfrm>
                <a:off x="6302191" y="3684024"/>
                <a:ext cx="672352" cy="2395660"/>
              </a:xfrm>
              <a:prstGeom prst="roundRect">
                <a:avLst>
                  <a:gd name="adj" fmla="val 7408"/>
                </a:avLst>
              </a:prstGeom>
              <a:solidFill>
                <a:srgbClr val="0483EF"/>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200">
                    <a:latin typeface="Open Sans" panose="020B0606030504020204" pitchFamily="34" charset="0"/>
                    <a:ea typeface="Open Sans" panose="020B0606030504020204" pitchFamily="34" charset="0"/>
                    <a:cs typeface="Open Sans" panose="020B0606030504020204" pitchFamily="34" charset="0"/>
                  </a:rPr>
                  <a:t>Encoder</a:t>
                </a:r>
              </a:p>
            </p:txBody>
          </p:sp>
          <p:sp>
            <p:nvSpPr>
              <p:cNvPr id="6" name="Rounded Rectangle 5">
                <a:extLst>
                  <a:ext uri="{FF2B5EF4-FFF2-40B4-BE49-F238E27FC236}">
                    <a16:creationId xmlns:a16="http://schemas.microsoft.com/office/drawing/2014/main" id="{CE091811-6CAE-D963-C1BB-41DA621630A7}"/>
                  </a:ext>
                </a:extLst>
              </p:cNvPr>
              <p:cNvSpPr/>
              <p:nvPr/>
            </p:nvSpPr>
            <p:spPr>
              <a:xfrm>
                <a:off x="7234521" y="3684024"/>
                <a:ext cx="672352" cy="2395660"/>
              </a:xfrm>
              <a:prstGeom prst="roundRect">
                <a:avLst>
                  <a:gd name="adj" fmla="val 7408"/>
                </a:avLst>
              </a:prstGeom>
              <a:solidFill>
                <a:srgbClr val="0483EF"/>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200">
                    <a:latin typeface="Open Sans" panose="020B0606030504020204" pitchFamily="34" charset="0"/>
                    <a:ea typeface="Open Sans" panose="020B0606030504020204" pitchFamily="34" charset="0"/>
                    <a:cs typeface="Open Sans" panose="020B0606030504020204" pitchFamily="34" charset="0"/>
                  </a:rPr>
                  <a:t>Encoder</a:t>
                </a:r>
              </a:p>
            </p:txBody>
          </p:sp>
          <p:sp>
            <p:nvSpPr>
              <p:cNvPr id="7" name="Rounded Rectangle 6">
                <a:extLst>
                  <a:ext uri="{FF2B5EF4-FFF2-40B4-BE49-F238E27FC236}">
                    <a16:creationId xmlns:a16="http://schemas.microsoft.com/office/drawing/2014/main" id="{6C5B28A0-833A-A826-5371-D02617A8ACE9}"/>
                  </a:ext>
                </a:extLst>
              </p:cNvPr>
              <p:cNvSpPr/>
              <p:nvPr/>
            </p:nvSpPr>
            <p:spPr>
              <a:xfrm>
                <a:off x="8164929" y="3684024"/>
                <a:ext cx="672352" cy="2395660"/>
              </a:xfrm>
              <a:prstGeom prst="roundRect">
                <a:avLst>
                  <a:gd name="adj" fmla="val 7408"/>
                </a:avLst>
              </a:prstGeom>
              <a:solidFill>
                <a:srgbClr val="0483EF"/>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200">
                    <a:latin typeface="Open Sans" panose="020B0606030504020204" pitchFamily="34" charset="0"/>
                    <a:ea typeface="Open Sans" panose="020B0606030504020204" pitchFamily="34" charset="0"/>
                    <a:cs typeface="Open Sans" panose="020B0606030504020204" pitchFamily="34" charset="0"/>
                  </a:rPr>
                  <a:t>Encoder</a:t>
                </a:r>
              </a:p>
            </p:txBody>
          </p:sp>
          <p:sp>
            <p:nvSpPr>
              <p:cNvPr id="8" name="Rounded Rectangle 7">
                <a:extLst>
                  <a:ext uri="{FF2B5EF4-FFF2-40B4-BE49-F238E27FC236}">
                    <a16:creationId xmlns:a16="http://schemas.microsoft.com/office/drawing/2014/main" id="{669184BA-4B7A-FC90-2926-EABCEC8EC1F5}"/>
                  </a:ext>
                </a:extLst>
              </p:cNvPr>
              <p:cNvSpPr/>
              <p:nvPr/>
            </p:nvSpPr>
            <p:spPr>
              <a:xfrm>
                <a:off x="9671242" y="3684024"/>
                <a:ext cx="672352" cy="2395660"/>
              </a:xfrm>
              <a:prstGeom prst="roundRect">
                <a:avLst>
                  <a:gd name="adj" fmla="val 7408"/>
                </a:avLst>
              </a:prstGeom>
              <a:solidFill>
                <a:srgbClr val="0483EF"/>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200">
                    <a:latin typeface="Open Sans" panose="020B0606030504020204" pitchFamily="34" charset="0"/>
                    <a:ea typeface="Open Sans" panose="020B0606030504020204" pitchFamily="34" charset="0"/>
                    <a:cs typeface="Open Sans" panose="020B0606030504020204" pitchFamily="34" charset="0"/>
                  </a:rPr>
                  <a:t>Encoder</a:t>
                </a:r>
              </a:p>
            </p:txBody>
          </p:sp>
          <p:grpSp>
            <p:nvGrpSpPr>
              <p:cNvPr id="12" name="Group 11">
                <a:extLst>
                  <a:ext uri="{FF2B5EF4-FFF2-40B4-BE49-F238E27FC236}">
                    <a16:creationId xmlns:a16="http://schemas.microsoft.com/office/drawing/2014/main" id="{251995DD-A491-AD9D-DE57-BBC2CD8934EC}"/>
                  </a:ext>
                </a:extLst>
              </p:cNvPr>
              <p:cNvGrpSpPr/>
              <p:nvPr/>
            </p:nvGrpSpPr>
            <p:grpSpPr>
              <a:xfrm>
                <a:off x="9170467" y="4472088"/>
                <a:ext cx="167588" cy="772622"/>
                <a:chOff x="9170467" y="4472088"/>
                <a:chExt cx="167588" cy="772622"/>
              </a:xfrm>
            </p:grpSpPr>
            <p:sp>
              <p:nvSpPr>
                <p:cNvPr id="9" name="Oval 8">
                  <a:extLst>
                    <a:ext uri="{FF2B5EF4-FFF2-40B4-BE49-F238E27FC236}">
                      <a16:creationId xmlns:a16="http://schemas.microsoft.com/office/drawing/2014/main" id="{755F7B2A-FC76-63DF-4E84-09AB329EB66A}"/>
                    </a:ext>
                  </a:extLst>
                </p:cNvPr>
                <p:cNvSpPr/>
                <p:nvPr/>
              </p:nvSpPr>
              <p:spPr>
                <a:xfrm>
                  <a:off x="9170467" y="4472088"/>
                  <a:ext cx="167588" cy="167588"/>
                </a:xfrm>
                <a:prstGeom prst="ellipse">
                  <a:avLst/>
                </a:prstGeom>
                <a:solidFill>
                  <a:schemeClr val="bg1"/>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37B7F42-AF28-8BBD-CF7E-57DBAE84530B}"/>
                    </a:ext>
                  </a:extLst>
                </p:cNvPr>
                <p:cNvSpPr/>
                <p:nvPr/>
              </p:nvSpPr>
              <p:spPr>
                <a:xfrm>
                  <a:off x="9170467" y="4774605"/>
                  <a:ext cx="167588" cy="167588"/>
                </a:xfrm>
                <a:prstGeom prst="ellipse">
                  <a:avLst/>
                </a:prstGeom>
                <a:solidFill>
                  <a:schemeClr val="bg1"/>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774E15C-B421-254E-78B0-A8D1A4AC428E}"/>
                    </a:ext>
                  </a:extLst>
                </p:cNvPr>
                <p:cNvSpPr/>
                <p:nvPr/>
              </p:nvSpPr>
              <p:spPr>
                <a:xfrm>
                  <a:off x="9170467" y="5077122"/>
                  <a:ext cx="167588" cy="167588"/>
                </a:xfrm>
                <a:prstGeom prst="ellipse">
                  <a:avLst/>
                </a:prstGeom>
                <a:solidFill>
                  <a:schemeClr val="bg1"/>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4" name="Group 13">
              <a:extLst>
                <a:ext uri="{FF2B5EF4-FFF2-40B4-BE49-F238E27FC236}">
                  <a16:creationId xmlns:a16="http://schemas.microsoft.com/office/drawing/2014/main" id="{FD8B2EAD-C594-E287-BB87-ED071BDCD946}"/>
                </a:ext>
              </a:extLst>
            </p:cNvPr>
            <p:cNvGrpSpPr/>
            <p:nvPr/>
          </p:nvGrpSpPr>
          <p:grpSpPr>
            <a:xfrm>
              <a:off x="7468344" y="2973647"/>
              <a:ext cx="7250241" cy="3171130"/>
              <a:chOff x="7553913" y="3160454"/>
              <a:chExt cx="7250241" cy="3171130"/>
            </a:xfrm>
          </p:grpSpPr>
          <p:sp>
            <p:nvSpPr>
              <p:cNvPr id="15" name="Rectangle: Rounded Corners 5">
                <a:extLst>
                  <a:ext uri="{FF2B5EF4-FFF2-40B4-BE49-F238E27FC236}">
                    <a16:creationId xmlns:a16="http://schemas.microsoft.com/office/drawing/2014/main" id="{E47F63C7-18DF-46A6-1633-5C6B90CA6D4E}"/>
                  </a:ext>
                </a:extLst>
              </p:cNvPr>
              <p:cNvSpPr/>
              <p:nvPr/>
            </p:nvSpPr>
            <p:spPr>
              <a:xfrm>
                <a:off x="7553913" y="3160454"/>
                <a:ext cx="7250241" cy="1411546"/>
              </a:xfrm>
              <a:prstGeom prst="roundRect">
                <a:avLst/>
              </a:prstGeom>
              <a:solidFill>
                <a:srgbClr val="E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5000"/>
                  </a:lnSpc>
                  <a:spcBef>
                    <a:spcPts val="1100"/>
                  </a:spcBef>
                </a:pPr>
                <a:r>
                  <a:rPr lang="en-US" sz="2200" dirty="0">
                    <a:solidFill>
                      <a:schemeClr val="tx1">
                        <a:lumMod val="75000"/>
                        <a:lumOff val="25000"/>
                      </a:schemeClr>
                    </a:solidFill>
                    <a:latin typeface="Open Sans"/>
                    <a:ea typeface="Open Sans"/>
                    <a:cs typeface="Open Sans"/>
                  </a:rPr>
                  <a:t>It is a transformer model without decoder modules and only has a trained encoder stack. </a:t>
                </a:r>
              </a:p>
            </p:txBody>
          </p:sp>
          <p:sp>
            <p:nvSpPr>
              <p:cNvPr id="17" name="Rectangle: Rounded Corners 5">
                <a:extLst>
                  <a:ext uri="{FF2B5EF4-FFF2-40B4-BE49-F238E27FC236}">
                    <a16:creationId xmlns:a16="http://schemas.microsoft.com/office/drawing/2014/main" id="{E5A27CC9-E08F-2B59-4E94-74B895631915}"/>
                  </a:ext>
                </a:extLst>
              </p:cNvPr>
              <p:cNvSpPr/>
              <p:nvPr/>
            </p:nvSpPr>
            <p:spPr>
              <a:xfrm>
                <a:off x="7553913" y="4920038"/>
                <a:ext cx="7250241" cy="1411546"/>
              </a:xfrm>
              <a:prstGeom prst="roundRect">
                <a:avLst/>
              </a:prstGeom>
              <a:solidFill>
                <a:srgbClr val="E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5000"/>
                  </a:lnSpc>
                  <a:spcBef>
                    <a:spcPts val="1100"/>
                  </a:spcBef>
                </a:pP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The transformer encoder tends to read the entire sequence of words at once. </a:t>
                </a:r>
                <a:endPar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sp>
        <p:nvSpPr>
          <p:cNvPr id="22" name="Brandline_LVC">
            <a:extLst>
              <a:ext uri="{FF2B5EF4-FFF2-40B4-BE49-F238E27FC236}">
                <a16:creationId xmlns:a16="http://schemas.microsoft.com/office/drawing/2014/main" id="{3FD13BB0-89EC-08A5-E1B4-8D7B06274A6A}"/>
              </a:ext>
            </a:extLst>
          </p:cNvPr>
          <p:cNvSpPr/>
          <p:nvPr/>
        </p:nvSpPr>
        <p:spPr>
          <a:xfrm>
            <a:off x="6832601" y="816352"/>
            <a:ext cx="258770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1277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5" name="Google Shape;343;p43"/>
          <p:cNvSpPr/>
          <p:nvPr/>
        </p:nvSpPr>
        <p:spPr>
          <a:xfrm>
            <a:off x="1889961" y="1419117"/>
            <a:ext cx="12476079" cy="1071421"/>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5000"/>
              </a:lnSpc>
            </a:pPr>
            <a:r>
              <a:rPr lang="en-US" sz="2200" b="0" i="0" dirty="0">
                <a:solidFill>
                  <a:schemeClr val="tx1">
                    <a:lumMod val="75000"/>
                    <a:lumOff val="25000"/>
                  </a:schemeClr>
                </a:solidFill>
                <a:effectLst/>
                <a:latin typeface="Open Sans" panose="020B0606030504020204" pitchFamily="34" charset="0"/>
              </a:rPr>
              <a:t>A Masked Language Model (MLM) is a type of language model</a:t>
            </a:r>
            <a:r>
              <a:rPr lang="en-US" sz="2200" dirty="0">
                <a:solidFill>
                  <a:schemeClr val="tx1">
                    <a:lumMod val="75000"/>
                    <a:lumOff val="25000"/>
                  </a:schemeClr>
                </a:solidFill>
                <a:latin typeface="Open Sans" panose="020B0606030504020204" pitchFamily="34" charset="0"/>
              </a:rPr>
              <a:t> used</a:t>
            </a:r>
            <a:r>
              <a:rPr lang="en-US" sz="2200" b="0" i="0" dirty="0">
                <a:solidFill>
                  <a:schemeClr val="tx1">
                    <a:lumMod val="75000"/>
                    <a:lumOff val="25000"/>
                  </a:schemeClr>
                </a:solidFill>
                <a:effectLst/>
                <a:latin typeface="Open Sans" panose="020B0606030504020204" pitchFamily="34" charset="0"/>
              </a:rPr>
              <a:t> in the pre-training of models like BERT (Bidirectional Encoder Representations from Transformers). The working of an MLM </a:t>
            </a:r>
            <a:r>
              <a:rPr lang="en-US" sz="2200" dirty="0">
                <a:solidFill>
                  <a:schemeClr val="tx1">
                    <a:lumMod val="75000"/>
                    <a:lumOff val="25000"/>
                  </a:schemeClr>
                </a:solidFill>
                <a:latin typeface="Open Sans" panose="020B0606030504020204" pitchFamily="34" charset="0"/>
              </a:rPr>
              <a:t>is</a:t>
            </a:r>
            <a:r>
              <a:rPr lang="en-US" sz="2200" b="0" i="0" dirty="0">
                <a:solidFill>
                  <a:schemeClr val="tx1">
                    <a:lumMod val="75000"/>
                    <a:lumOff val="25000"/>
                  </a:schemeClr>
                </a:solidFill>
                <a:effectLst/>
                <a:latin typeface="Open Sans" panose="020B0606030504020204" pitchFamily="34" charset="0"/>
              </a:rPr>
              <a:t> as </a:t>
            </a:r>
            <a:r>
              <a:rPr lang="en-US" sz="2200" dirty="0">
                <a:solidFill>
                  <a:schemeClr val="tx1">
                    <a:lumMod val="75000"/>
                    <a:lumOff val="25000"/>
                  </a:schemeClr>
                </a:solidFill>
                <a:latin typeface="Open Sans" panose="020B0606030504020204" pitchFamily="34" charset="0"/>
              </a:rPr>
              <a:t>shown below</a:t>
            </a:r>
            <a:r>
              <a:rPr lang="en-US" sz="2200" b="0" i="0" dirty="0">
                <a:solidFill>
                  <a:schemeClr val="tx1">
                    <a:lumMod val="75000"/>
                    <a:lumOff val="25000"/>
                  </a:schemeClr>
                </a:solidFill>
                <a:effectLst/>
                <a:latin typeface="Open Sans" panose="020B0606030504020204" pitchFamily="34" charset="0"/>
              </a:rPr>
              <a:t>:</a:t>
            </a:r>
            <a:endParaRPr lang="en-US" sz="2200" dirty="0">
              <a:solidFill>
                <a:schemeClr val="tx1">
                  <a:lumMod val="75000"/>
                  <a:lumOff val="25000"/>
                </a:schemeClr>
              </a:solidFill>
              <a:latin typeface="Open Sans" panose="020B0606030504020204" pitchFamily="34" charset="0"/>
              <a:ea typeface="Open Sans"/>
              <a:cs typeface="Open Sans"/>
            </a:endParaRPr>
          </a:p>
        </p:txBody>
      </p:sp>
      <p:pic>
        <p:nvPicPr>
          <p:cNvPr id="6" name="image1.png">
            <a:extLst>
              <a:ext uri="{FF2B5EF4-FFF2-40B4-BE49-F238E27FC236}">
                <a16:creationId xmlns:a16="http://schemas.microsoft.com/office/drawing/2014/main" id="{1168E037-AFED-4CE3-BEB0-CA8F1D4BC6E3}"/>
              </a:ext>
            </a:extLst>
          </p:cNvPr>
          <p:cNvPicPr/>
          <p:nvPr/>
        </p:nvPicPr>
        <p:blipFill>
          <a:blip r:embed="rId3"/>
          <a:stretch>
            <a:fillRect/>
          </a:stretch>
        </p:blipFill>
        <p:spPr>
          <a:xfrm>
            <a:off x="4094635" y="2588586"/>
            <a:ext cx="8188170" cy="5498721"/>
          </a:xfrm>
          <a:prstGeom prst="rect">
            <a:avLst/>
          </a:prstGeom>
        </p:spPr>
      </p:pic>
      <p:sp>
        <p:nvSpPr>
          <p:cNvPr id="2" name="Google Shape;341;p43">
            <a:extLst>
              <a:ext uri="{FF2B5EF4-FFF2-40B4-BE49-F238E27FC236}">
                <a16:creationId xmlns:a16="http://schemas.microsoft.com/office/drawing/2014/main" id="{FA8D3AE9-EA61-3EAA-8A2A-BBD409C92FE7}"/>
              </a:ext>
            </a:extLst>
          </p:cNvPr>
          <p:cNvSpPr txBox="1"/>
          <p:nvPr/>
        </p:nvSpPr>
        <p:spPr>
          <a:xfrm>
            <a:off x="-10160" y="20955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i="0">
                <a:solidFill>
                  <a:srgbClr val="374151"/>
                </a:solidFill>
                <a:effectLst/>
                <a:latin typeface="Open Sans" panose="020B0606030504020204" pitchFamily="34" charset="0"/>
                <a:ea typeface="Open Sans" panose="020B0606030504020204" pitchFamily="34" charset="0"/>
                <a:cs typeface="Open Sans" panose="020B0606030504020204" pitchFamily="34" charset="0"/>
              </a:rPr>
              <a:t>BERT and Masked Language Modeling</a:t>
            </a:r>
            <a:endParaRPr lang="en-US" sz="2800" b="1">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3" name="Brandline_LVC">
            <a:extLst>
              <a:ext uri="{FF2B5EF4-FFF2-40B4-BE49-F238E27FC236}">
                <a16:creationId xmlns:a16="http://schemas.microsoft.com/office/drawing/2014/main" id="{A996BC10-8FFE-C37C-6F95-ADFF3ADA7FE1}"/>
              </a:ext>
            </a:extLst>
          </p:cNvPr>
          <p:cNvSpPr/>
          <p:nvPr/>
        </p:nvSpPr>
        <p:spPr>
          <a:xfrm>
            <a:off x="3975099" y="816352"/>
            <a:ext cx="8307706"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7019646-1388-C8BF-0B21-F974F27CF7AF}"/>
              </a:ext>
            </a:extLst>
          </p:cNvPr>
          <p:cNvSpPr txBox="1"/>
          <p:nvPr/>
        </p:nvSpPr>
        <p:spPr>
          <a:xfrm>
            <a:off x="1447800" y="8327648"/>
            <a:ext cx="8686800" cy="646331"/>
          </a:xfrm>
          <a:prstGeom prst="rect">
            <a:avLst/>
          </a:prstGeom>
          <a:noFill/>
        </p:spPr>
        <p:txBody>
          <a:bodyPr wrap="square" rtlCol="0">
            <a:spAutoFit/>
          </a:bodyPr>
          <a:lstStyle/>
          <a:p>
            <a:r>
              <a:rPr lang="en-US" b="1"/>
              <a:t>Source: </a:t>
            </a:r>
            <a:r>
              <a:rPr lang="en-US" b="0" i="0">
                <a:solidFill>
                  <a:srgbClr val="222222"/>
                </a:solidFill>
                <a:effectLst/>
                <a:highlight>
                  <a:srgbClr val="FFFFFF"/>
                </a:highlight>
                <a:latin typeface="Arial" panose="020B0604020202020204" pitchFamily="34" charset="0"/>
              </a:rPr>
              <a:t>Lappin, Shalom. </a:t>
            </a:r>
            <a:r>
              <a:rPr lang="en-US" b="0" i="1">
                <a:solidFill>
                  <a:srgbClr val="222222"/>
                </a:solidFill>
                <a:effectLst/>
                <a:highlight>
                  <a:srgbClr val="FFFFFF"/>
                </a:highlight>
                <a:latin typeface="Arial" panose="020B0604020202020204" pitchFamily="34" charset="0"/>
              </a:rPr>
              <a:t>Deep learning and linguistic representation</a:t>
            </a:r>
            <a:r>
              <a:rPr lang="en-US" b="0" i="0">
                <a:solidFill>
                  <a:srgbClr val="222222"/>
                </a:solidFill>
                <a:effectLst/>
                <a:highlight>
                  <a:srgbClr val="FFFFFF"/>
                </a:highlight>
                <a:latin typeface="Arial" panose="020B0604020202020204" pitchFamily="34" charset="0"/>
              </a:rPr>
              <a:t>. Chapman and Hall/CRC, 2021.</a:t>
            </a:r>
            <a:endParaRPr lang="en-IN" b="1"/>
          </a:p>
        </p:txBody>
      </p:sp>
    </p:spTree>
    <p:extLst>
      <p:ext uri="{BB962C8B-B14F-4D97-AF65-F5344CB8AC3E}">
        <p14:creationId xmlns:p14="http://schemas.microsoft.com/office/powerpoint/2010/main" val="38079307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0955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i="0">
                <a:solidFill>
                  <a:srgbClr val="374151"/>
                </a:solidFill>
                <a:effectLst/>
                <a:latin typeface="Open Sans" panose="020B0606030504020204" pitchFamily="34" charset="0"/>
                <a:ea typeface="Open Sans" panose="020B0606030504020204" pitchFamily="34" charset="0"/>
                <a:cs typeface="Open Sans" panose="020B0606030504020204" pitchFamily="34" charset="0"/>
              </a:rPr>
              <a:t>BERT and Masked Language Modeling</a:t>
            </a:r>
            <a:endParaRPr lang="en-US" sz="2800" b="1">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5" name="Google Shape;343;p43"/>
          <p:cNvSpPr/>
          <p:nvPr/>
        </p:nvSpPr>
        <p:spPr>
          <a:xfrm>
            <a:off x="1270000" y="1190514"/>
            <a:ext cx="13716000" cy="980943"/>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5000"/>
              </a:lnSpc>
              <a:spcBef>
                <a:spcPts val="1100"/>
              </a:spcBef>
            </a:pPr>
            <a:r>
              <a:rPr lang="en-US" sz="2200" dirty="0">
                <a:solidFill>
                  <a:schemeClr val="tx1">
                    <a:lumMod val="75000"/>
                    <a:lumOff val="25000"/>
                  </a:schemeClr>
                </a:solidFill>
                <a:latin typeface="Open Sans"/>
                <a:ea typeface="Open Sans"/>
                <a:cs typeface="Open Sans"/>
              </a:rPr>
              <a:t>In Masked Language Modeling (MLM), 15% of the words are replaced with a MASK token before feeding the sequence of words into BERT.</a:t>
            </a:r>
          </a:p>
        </p:txBody>
      </p:sp>
      <p:sp>
        <p:nvSpPr>
          <p:cNvPr id="8" name="Google Shape;343;p43">
            <a:extLst>
              <a:ext uri="{FF2B5EF4-FFF2-40B4-BE49-F238E27FC236}">
                <a16:creationId xmlns:a16="http://schemas.microsoft.com/office/drawing/2014/main" id="{45F9B2EF-A254-4E89-934A-B15C3B1C1887}"/>
              </a:ext>
            </a:extLst>
          </p:cNvPr>
          <p:cNvSpPr/>
          <p:nvPr/>
        </p:nvSpPr>
        <p:spPr>
          <a:xfrm>
            <a:off x="8351689" y="3881289"/>
            <a:ext cx="7362092" cy="1875692"/>
          </a:xfrm>
          <a:prstGeom prst="roundRect">
            <a:avLst>
              <a:gd name="adj" fmla="val 11839"/>
            </a:avLst>
          </a:prstGeom>
          <a:solidFill>
            <a:srgbClr val="162E5D"/>
          </a:solidFill>
          <a:ln>
            <a:noFill/>
          </a:ln>
        </p:spPr>
        <p:txBody>
          <a:bodyPr spcFirstLastPara="1" wrap="square" lIns="91425" tIns="45700" rIns="91425" bIns="45700" anchor="ctr" anchorCtr="0">
            <a:noAutofit/>
          </a:bodyPr>
          <a:lstStyle/>
          <a:p>
            <a:pPr lvl="0" algn="ctr">
              <a:lnSpc>
                <a:spcPct val="115000"/>
              </a:lnSpc>
              <a:spcBef>
                <a:spcPts val="1100"/>
              </a:spcBef>
            </a:pPr>
            <a:r>
              <a:rPr lang="en-US" sz="2200" dirty="0">
                <a:solidFill>
                  <a:schemeClr val="bg1"/>
                </a:solidFill>
                <a:latin typeface="Open Sans"/>
                <a:ea typeface="Open Sans"/>
                <a:cs typeface="Open Sans"/>
              </a:rPr>
              <a:t>The model attempts to predict the original values of the masked words by leveraging the contextual information available.</a:t>
            </a:r>
          </a:p>
        </p:txBody>
      </p:sp>
      <p:sp>
        <p:nvSpPr>
          <p:cNvPr id="7" name="Brandline_LVC">
            <a:extLst>
              <a:ext uri="{FF2B5EF4-FFF2-40B4-BE49-F238E27FC236}">
                <a16:creationId xmlns:a16="http://schemas.microsoft.com/office/drawing/2014/main" id="{72EC0072-7D96-DD6C-14B3-EB51481265E2}"/>
              </a:ext>
            </a:extLst>
          </p:cNvPr>
          <p:cNvSpPr/>
          <p:nvPr/>
        </p:nvSpPr>
        <p:spPr>
          <a:xfrm>
            <a:off x="3975099" y="816352"/>
            <a:ext cx="8307706"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1.png">
            <a:extLst>
              <a:ext uri="{FF2B5EF4-FFF2-40B4-BE49-F238E27FC236}">
                <a16:creationId xmlns:a16="http://schemas.microsoft.com/office/drawing/2014/main" id="{A0E05AEE-0D80-5968-4DAD-500E4ED08C40}"/>
              </a:ext>
            </a:extLst>
          </p:cNvPr>
          <p:cNvPicPr/>
          <p:nvPr/>
        </p:nvPicPr>
        <p:blipFill>
          <a:blip r:embed="rId3"/>
          <a:stretch>
            <a:fillRect/>
          </a:stretch>
        </p:blipFill>
        <p:spPr>
          <a:xfrm>
            <a:off x="1046687" y="3023378"/>
            <a:ext cx="6857625" cy="4140284"/>
          </a:xfrm>
          <a:prstGeom prst="rect">
            <a:avLst/>
          </a:prstGeom>
        </p:spPr>
      </p:pic>
    </p:spTree>
    <p:extLst>
      <p:ext uri="{BB962C8B-B14F-4D97-AF65-F5344CB8AC3E}">
        <p14:creationId xmlns:p14="http://schemas.microsoft.com/office/powerpoint/2010/main" val="34850124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Use Cases for BERT</a:t>
            </a:r>
          </a:p>
        </p:txBody>
      </p:sp>
      <p:grpSp>
        <p:nvGrpSpPr>
          <p:cNvPr id="7" name="Group 6">
            <a:extLst>
              <a:ext uri="{FF2B5EF4-FFF2-40B4-BE49-F238E27FC236}">
                <a16:creationId xmlns:a16="http://schemas.microsoft.com/office/drawing/2014/main" id="{7FD28C0E-93B7-4228-B516-9F7831E36AFD}"/>
              </a:ext>
            </a:extLst>
          </p:cNvPr>
          <p:cNvGrpSpPr/>
          <p:nvPr/>
        </p:nvGrpSpPr>
        <p:grpSpPr>
          <a:xfrm>
            <a:off x="5389519" y="2905446"/>
            <a:ext cx="5813598" cy="1797755"/>
            <a:chOff x="2148046" y="3051187"/>
            <a:chExt cx="5813598" cy="1797755"/>
          </a:xfrm>
        </p:grpSpPr>
        <p:sp>
          <p:nvSpPr>
            <p:cNvPr id="8" name="TextBox 7">
              <a:extLst>
                <a:ext uri="{FF2B5EF4-FFF2-40B4-BE49-F238E27FC236}">
                  <a16:creationId xmlns:a16="http://schemas.microsoft.com/office/drawing/2014/main" id="{A664098D-3F40-4495-B960-20CF0393327C}"/>
                </a:ext>
              </a:extLst>
            </p:cNvPr>
            <p:cNvSpPr txBox="1"/>
            <p:nvPr/>
          </p:nvSpPr>
          <p:spPr>
            <a:xfrm>
              <a:off x="4188542" y="3143176"/>
              <a:ext cx="3773102" cy="1613775"/>
            </a:xfrm>
            <a:prstGeom prst="rect">
              <a:avLst/>
            </a:prstGeom>
            <a:noFill/>
          </p:spPr>
          <p:txBody>
            <a:bodyPr wrap="square" lIns="91440" tIns="45720" rIns="91440" bIns="45720" numCol="1" spcCol="640080" rtlCol="0" anchor="ctr">
              <a:spAutoFit/>
            </a:bodyPr>
            <a:lstStyle/>
            <a:p>
              <a:pPr defTabSz="1625579">
                <a:lnSpc>
                  <a:spcPct val="114000"/>
                </a:lnSpc>
                <a:spcBef>
                  <a:spcPts val="1100"/>
                </a:spcBef>
              </a:pP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Text classification:</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It</a:t>
              </a: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 identifies text characteristics like fraud detection.</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17" name="Group 16">
              <a:extLst>
                <a:ext uri="{FF2B5EF4-FFF2-40B4-BE49-F238E27FC236}">
                  <a16:creationId xmlns:a16="http://schemas.microsoft.com/office/drawing/2014/main" id="{7F3E795C-C182-D4EB-6DB9-4918CF51EEB0}"/>
                </a:ext>
              </a:extLst>
            </p:cNvPr>
            <p:cNvGrpSpPr/>
            <p:nvPr/>
          </p:nvGrpSpPr>
          <p:grpSpPr>
            <a:xfrm>
              <a:off x="2148046" y="3051187"/>
              <a:ext cx="1797755" cy="1797755"/>
              <a:chOff x="2686405" y="2675003"/>
              <a:chExt cx="2632092" cy="2632092"/>
            </a:xfrm>
          </p:grpSpPr>
          <p:sp>
            <p:nvSpPr>
              <p:cNvPr id="4" name="Oval 3">
                <a:extLst>
                  <a:ext uri="{FF2B5EF4-FFF2-40B4-BE49-F238E27FC236}">
                    <a16:creationId xmlns:a16="http://schemas.microsoft.com/office/drawing/2014/main" id="{91F948FE-C425-AA56-467B-CCFEA3EB6DAD}"/>
                  </a:ext>
                </a:extLst>
              </p:cNvPr>
              <p:cNvSpPr/>
              <p:nvPr/>
            </p:nvSpPr>
            <p:spPr>
              <a:xfrm>
                <a:off x="2686405" y="2675003"/>
                <a:ext cx="2632092" cy="2632092"/>
              </a:xfrm>
              <a:prstGeom prst="ellipse">
                <a:avLst/>
              </a:prstGeom>
              <a:solidFill>
                <a:srgbClr val="E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054" name="Picture 6">
                <a:extLst>
                  <a:ext uri="{FF2B5EF4-FFF2-40B4-BE49-F238E27FC236}">
                    <a16:creationId xmlns:a16="http://schemas.microsoft.com/office/drawing/2014/main" id="{8E39E514-E9D8-15E5-DC53-5D2ED28D65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0489" y="3230685"/>
                <a:ext cx="1643923" cy="1643923"/>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0" name="Group 9">
            <a:extLst>
              <a:ext uri="{FF2B5EF4-FFF2-40B4-BE49-F238E27FC236}">
                <a16:creationId xmlns:a16="http://schemas.microsoft.com/office/drawing/2014/main" id="{9E61CD1C-1AA3-744C-ABA8-8280DCBE284B}"/>
              </a:ext>
            </a:extLst>
          </p:cNvPr>
          <p:cNvGrpSpPr/>
          <p:nvPr/>
        </p:nvGrpSpPr>
        <p:grpSpPr>
          <a:xfrm>
            <a:off x="5327215" y="5922216"/>
            <a:ext cx="5815077" cy="1797755"/>
            <a:chOff x="9161169" y="3051187"/>
            <a:chExt cx="5815077" cy="1797755"/>
          </a:xfrm>
        </p:grpSpPr>
        <p:sp>
          <p:nvSpPr>
            <p:cNvPr id="20" name="TextBox 19">
              <a:extLst>
                <a:ext uri="{FF2B5EF4-FFF2-40B4-BE49-F238E27FC236}">
                  <a16:creationId xmlns:a16="http://schemas.microsoft.com/office/drawing/2014/main" id="{AB94658C-904C-47A2-BB20-8AF80B1ABB4F}"/>
                </a:ext>
              </a:extLst>
            </p:cNvPr>
            <p:cNvSpPr txBox="1"/>
            <p:nvPr/>
          </p:nvSpPr>
          <p:spPr>
            <a:xfrm>
              <a:off x="11174989" y="3336146"/>
              <a:ext cx="3801257" cy="1227837"/>
            </a:xfrm>
            <a:prstGeom prst="rect">
              <a:avLst/>
            </a:prstGeom>
            <a:noFill/>
          </p:spPr>
          <p:txBody>
            <a:bodyPr wrap="square" numCol="1" spcCol="640080" rtlCol="0" anchor="ctr">
              <a:spAutoFit/>
            </a:bodyPr>
            <a:lstStyle/>
            <a:p>
              <a:pPr defTabSz="1625579">
                <a:lnSpc>
                  <a:spcPct val="114000"/>
                </a:lnSpc>
                <a:spcBef>
                  <a:spcPts val="1100"/>
                </a:spcBef>
              </a:pPr>
              <a:r>
                <a:rPr lang="en-IN"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Text generation:</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It </a:t>
              </a: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generates text, specifically chatbot responses.</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31" name="Group 30">
              <a:extLst>
                <a:ext uri="{FF2B5EF4-FFF2-40B4-BE49-F238E27FC236}">
                  <a16:creationId xmlns:a16="http://schemas.microsoft.com/office/drawing/2014/main" id="{B7BEA362-0A52-2000-494F-1AFDD3998733}"/>
                </a:ext>
              </a:extLst>
            </p:cNvPr>
            <p:cNvGrpSpPr/>
            <p:nvPr/>
          </p:nvGrpSpPr>
          <p:grpSpPr>
            <a:xfrm>
              <a:off x="9161169" y="3051187"/>
              <a:ext cx="1797755" cy="1797755"/>
              <a:chOff x="10827323" y="4871149"/>
              <a:chExt cx="2632092" cy="2632092"/>
            </a:xfrm>
          </p:grpSpPr>
          <p:sp>
            <p:nvSpPr>
              <p:cNvPr id="30" name="Oval 29">
                <a:extLst>
                  <a:ext uri="{FF2B5EF4-FFF2-40B4-BE49-F238E27FC236}">
                    <a16:creationId xmlns:a16="http://schemas.microsoft.com/office/drawing/2014/main" id="{C24BF536-6C55-9A9F-A3B3-3917F7341DFC}"/>
                  </a:ext>
                </a:extLst>
              </p:cNvPr>
              <p:cNvSpPr/>
              <p:nvPr/>
            </p:nvSpPr>
            <p:spPr>
              <a:xfrm>
                <a:off x="10827323" y="4871149"/>
                <a:ext cx="2632092" cy="2632092"/>
              </a:xfrm>
              <a:prstGeom prst="ellipse">
                <a:avLst/>
              </a:prstGeom>
              <a:solidFill>
                <a:srgbClr val="E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058" name="Picture 10">
                <a:extLst>
                  <a:ext uri="{FF2B5EF4-FFF2-40B4-BE49-F238E27FC236}">
                    <a16:creationId xmlns:a16="http://schemas.microsoft.com/office/drawing/2014/main" id="{0057EF28-550E-9B9D-968E-F61DC18BAF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62167" y="5545841"/>
                <a:ext cx="1353072" cy="1353072"/>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4" name="Rounded Rectangle 33">
            <a:extLst>
              <a:ext uri="{FF2B5EF4-FFF2-40B4-BE49-F238E27FC236}">
                <a16:creationId xmlns:a16="http://schemas.microsoft.com/office/drawing/2014/main" id="{B4E64ED7-9F98-1880-8F67-A378674125D9}"/>
              </a:ext>
            </a:extLst>
          </p:cNvPr>
          <p:cNvSpPr/>
          <p:nvPr/>
        </p:nvSpPr>
        <p:spPr>
          <a:xfrm>
            <a:off x="5052883" y="2565147"/>
            <a:ext cx="6150234" cy="2483777"/>
          </a:xfrm>
          <a:prstGeom prst="roundRect">
            <a:avLst/>
          </a:prstGeom>
          <a:no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5" name="Rounded Rectangle 34">
            <a:extLst>
              <a:ext uri="{FF2B5EF4-FFF2-40B4-BE49-F238E27FC236}">
                <a16:creationId xmlns:a16="http://schemas.microsoft.com/office/drawing/2014/main" id="{1BBCEA94-2C4D-0DBB-B649-7A68225882D5}"/>
              </a:ext>
            </a:extLst>
          </p:cNvPr>
          <p:cNvSpPr/>
          <p:nvPr/>
        </p:nvSpPr>
        <p:spPr>
          <a:xfrm>
            <a:off x="5052883" y="5581917"/>
            <a:ext cx="6150234" cy="2483777"/>
          </a:xfrm>
          <a:prstGeom prst="roundRect">
            <a:avLst/>
          </a:prstGeom>
          <a:no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Brandline_LVC">
            <a:extLst>
              <a:ext uri="{FF2B5EF4-FFF2-40B4-BE49-F238E27FC236}">
                <a16:creationId xmlns:a16="http://schemas.microsoft.com/office/drawing/2014/main" id="{3EDD55AB-7EFE-E5FD-98AE-84385AD80C5D}"/>
              </a:ext>
            </a:extLst>
          </p:cNvPr>
          <p:cNvSpPr/>
          <p:nvPr/>
        </p:nvSpPr>
        <p:spPr>
          <a:xfrm>
            <a:off x="6045200" y="816352"/>
            <a:ext cx="4167267"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43181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Use Cases for BERT</a:t>
            </a:r>
          </a:p>
        </p:txBody>
      </p:sp>
      <p:grpSp>
        <p:nvGrpSpPr>
          <p:cNvPr id="15" name="Group 14">
            <a:extLst>
              <a:ext uri="{FF2B5EF4-FFF2-40B4-BE49-F238E27FC236}">
                <a16:creationId xmlns:a16="http://schemas.microsoft.com/office/drawing/2014/main" id="{22C34B9E-9FA5-B1A1-E787-85601D45455E}"/>
              </a:ext>
            </a:extLst>
          </p:cNvPr>
          <p:cNvGrpSpPr/>
          <p:nvPr/>
        </p:nvGrpSpPr>
        <p:grpSpPr>
          <a:xfrm>
            <a:off x="5052883" y="2317110"/>
            <a:ext cx="6150235" cy="5473788"/>
            <a:chOff x="8551147" y="2317110"/>
            <a:chExt cx="6150235" cy="5473788"/>
          </a:xfrm>
        </p:grpSpPr>
        <p:grpSp>
          <p:nvGrpSpPr>
            <p:cNvPr id="6" name="Group 5">
              <a:extLst>
                <a:ext uri="{FF2B5EF4-FFF2-40B4-BE49-F238E27FC236}">
                  <a16:creationId xmlns:a16="http://schemas.microsoft.com/office/drawing/2014/main" id="{ECAD8BCA-7169-67F8-7223-C800623CCCD9}"/>
                </a:ext>
              </a:extLst>
            </p:cNvPr>
            <p:cNvGrpSpPr/>
            <p:nvPr/>
          </p:nvGrpSpPr>
          <p:grpSpPr>
            <a:xfrm>
              <a:off x="8652721" y="5650131"/>
              <a:ext cx="6048660" cy="1797755"/>
              <a:chOff x="9102064" y="5989662"/>
              <a:chExt cx="6048660" cy="1797755"/>
            </a:xfrm>
          </p:grpSpPr>
          <p:sp>
            <p:nvSpPr>
              <p:cNvPr id="13" name="TextBox 12">
                <a:extLst>
                  <a:ext uri="{FF2B5EF4-FFF2-40B4-BE49-F238E27FC236}">
                    <a16:creationId xmlns:a16="http://schemas.microsoft.com/office/drawing/2014/main" id="{AE584F28-5EF7-4F58-A132-3CB82B08EC3E}"/>
                  </a:ext>
                </a:extLst>
              </p:cNvPr>
              <p:cNvSpPr txBox="1"/>
              <p:nvPr/>
            </p:nvSpPr>
            <p:spPr>
              <a:xfrm>
                <a:off x="11048128" y="6274621"/>
                <a:ext cx="4102596" cy="1227837"/>
              </a:xfrm>
              <a:prstGeom prst="rect">
                <a:avLst/>
              </a:prstGeom>
              <a:noFill/>
            </p:spPr>
            <p:txBody>
              <a:bodyPr wrap="square" numCol="1" spcCol="640080" rtlCol="0" anchor="ctr">
                <a:spAutoFit/>
              </a:bodyPr>
              <a:lstStyle/>
              <a:p>
                <a:pPr defTabSz="1625579">
                  <a:lnSpc>
                    <a:spcPct val="114000"/>
                  </a:lnSpc>
                  <a:spcBef>
                    <a:spcPts val="1100"/>
                  </a:spcBef>
                </a:pPr>
                <a:r>
                  <a:rPr lang="en-IN"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Question-answering (Q&amp;A) system:</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It</a:t>
                </a: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 helps in accurate Q&amp;A responses.</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3" name="Group 2">
                <a:extLst>
                  <a:ext uri="{FF2B5EF4-FFF2-40B4-BE49-F238E27FC236}">
                    <a16:creationId xmlns:a16="http://schemas.microsoft.com/office/drawing/2014/main" id="{DE3EB970-8F84-9F36-CBDA-38F86ED92F3E}"/>
                  </a:ext>
                </a:extLst>
              </p:cNvPr>
              <p:cNvGrpSpPr/>
              <p:nvPr/>
            </p:nvGrpSpPr>
            <p:grpSpPr>
              <a:xfrm>
                <a:off x="9102064" y="5989662"/>
                <a:ext cx="1797755" cy="1797755"/>
                <a:chOff x="1034328" y="1010499"/>
                <a:chExt cx="2632092" cy="2632092"/>
              </a:xfrm>
            </p:grpSpPr>
            <p:sp>
              <p:nvSpPr>
                <p:cNvPr id="2" name="Oval 1">
                  <a:extLst>
                    <a:ext uri="{FF2B5EF4-FFF2-40B4-BE49-F238E27FC236}">
                      <a16:creationId xmlns:a16="http://schemas.microsoft.com/office/drawing/2014/main" id="{D58DF36B-56A8-8100-4EDB-3F51C36F3CA5}"/>
                    </a:ext>
                  </a:extLst>
                </p:cNvPr>
                <p:cNvSpPr/>
                <p:nvPr/>
              </p:nvSpPr>
              <p:spPr>
                <a:xfrm>
                  <a:off x="1034328" y="1010499"/>
                  <a:ext cx="2632092" cy="2632092"/>
                </a:xfrm>
                <a:prstGeom prst="ellipse">
                  <a:avLst/>
                </a:prstGeom>
                <a:solidFill>
                  <a:srgbClr val="E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052" name="Picture 4">
                  <a:extLst>
                    <a:ext uri="{FF2B5EF4-FFF2-40B4-BE49-F238E27FC236}">
                      <a16:creationId xmlns:a16="http://schemas.microsoft.com/office/drawing/2014/main" id="{85C08318-6B18-918D-5B32-139BFEBD44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8413" y="1506511"/>
                  <a:ext cx="1643923" cy="1643923"/>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9" name="Group 8">
              <a:extLst>
                <a:ext uri="{FF2B5EF4-FFF2-40B4-BE49-F238E27FC236}">
                  <a16:creationId xmlns:a16="http://schemas.microsoft.com/office/drawing/2014/main" id="{5B3A159D-2FF6-A249-F340-1E8F3A27CBA0}"/>
                </a:ext>
              </a:extLst>
            </p:cNvPr>
            <p:cNvGrpSpPr/>
            <p:nvPr/>
          </p:nvGrpSpPr>
          <p:grpSpPr>
            <a:xfrm>
              <a:off x="9074880" y="2660120"/>
              <a:ext cx="5626502" cy="1797755"/>
              <a:chOff x="2148046" y="5989664"/>
              <a:chExt cx="5626502" cy="1797755"/>
            </a:xfrm>
          </p:grpSpPr>
          <p:sp>
            <p:nvSpPr>
              <p:cNvPr id="25" name="TextBox 24">
                <a:extLst>
                  <a:ext uri="{FF2B5EF4-FFF2-40B4-BE49-F238E27FC236}">
                    <a16:creationId xmlns:a16="http://schemas.microsoft.com/office/drawing/2014/main" id="{E6BB92C9-8E21-4D06-96F3-65F23810934F}"/>
                  </a:ext>
                </a:extLst>
              </p:cNvPr>
              <p:cNvSpPr txBox="1"/>
              <p:nvPr/>
            </p:nvSpPr>
            <p:spPr>
              <a:xfrm>
                <a:off x="3945802" y="6082295"/>
                <a:ext cx="3828746" cy="1612493"/>
              </a:xfrm>
              <a:prstGeom prst="rect">
                <a:avLst/>
              </a:prstGeom>
              <a:noFill/>
            </p:spPr>
            <p:txBody>
              <a:bodyPr wrap="square" numCol="1" spcCol="640080" rtlCol="0" anchor="ctr">
                <a:spAutoFit/>
              </a:bodyPr>
              <a:lstStyle/>
              <a:p>
                <a:pPr defTabSz="1625579">
                  <a:lnSpc>
                    <a:spcPct val="114000"/>
                  </a:lnSpc>
                  <a:spcBef>
                    <a:spcPts val="1100"/>
                  </a:spcBef>
                </a:pPr>
                <a:r>
                  <a:rPr lang="en-IN"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Search engine optimization:</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It</a:t>
                </a: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 improves search relevance for user queries.</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29" name="Group 28">
                <a:extLst>
                  <a:ext uri="{FF2B5EF4-FFF2-40B4-BE49-F238E27FC236}">
                    <a16:creationId xmlns:a16="http://schemas.microsoft.com/office/drawing/2014/main" id="{5D554FC0-292F-5D2E-827E-5EF769A828FF}"/>
                  </a:ext>
                </a:extLst>
              </p:cNvPr>
              <p:cNvGrpSpPr/>
              <p:nvPr/>
            </p:nvGrpSpPr>
            <p:grpSpPr>
              <a:xfrm>
                <a:off x="2148046" y="5989664"/>
                <a:ext cx="1797755" cy="1797755"/>
                <a:chOff x="12581426" y="1882500"/>
                <a:chExt cx="2632092" cy="2632092"/>
              </a:xfrm>
            </p:grpSpPr>
            <p:sp>
              <p:nvSpPr>
                <p:cNvPr id="28" name="Oval 27">
                  <a:extLst>
                    <a:ext uri="{FF2B5EF4-FFF2-40B4-BE49-F238E27FC236}">
                      <a16:creationId xmlns:a16="http://schemas.microsoft.com/office/drawing/2014/main" id="{0B94A60E-A182-54E1-95C6-7AB7F68D1D3F}"/>
                    </a:ext>
                  </a:extLst>
                </p:cNvPr>
                <p:cNvSpPr/>
                <p:nvPr/>
              </p:nvSpPr>
              <p:spPr>
                <a:xfrm>
                  <a:off x="12581426" y="1882500"/>
                  <a:ext cx="2632092" cy="2632092"/>
                </a:xfrm>
                <a:prstGeom prst="ellipse">
                  <a:avLst/>
                </a:prstGeom>
                <a:solidFill>
                  <a:srgbClr val="E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056" name="Picture 8">
                  <a:extLst>
                    <a:ext uri="{FF2B5EF4-FFF2-40B4-BE49-F238E27FC236}">
                      <a16:creationId xmlns:a16="http://schemas.microsoft.com/office/drawing/2014/main" id="{5E31E99E-F439-0455-7C0C-3D0B7DFB17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75511" y="2376585"/>
                  <a:ext cx="1643923" cy="1643923"/>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9" name="Rounded Rectangle 38">
              <a:extLst>
                <a:ext uri="{FF2B5EF4-FFF2-40B4-BE49-F238E27FC236}">
                  <a16:creationId xmlns:a16="http://schemas.microsoft.com/office/drawing/2014/main" id="{1CA74428-0D70-9027-1802-460EFF992820}"/>
                </a:ext>
              </a:extLst>
            </p:cNvPr>
            <p:cNvSpPr/>
            <p:nvPr/>
          </p:nvSpPr>
          <p:spPr>
            <a:xfrm>
              <a:off x="8551147" y="2317110"/>
              <a:ext cx="6150234" cy="2483777"/>
            </a:xfrm>
            <a:prstGeom prst="roundRect">
              <a:avLst/>
            </a:prstGeom>
            <a:no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0" name="Rounded Rectangle 39">
              <a:extLst>
                <a:ext uri="{FF2B5EF4-FFF2-40B4-BE49-F238E27FC236}">
                  <a16:creationId xmlns:a16="http://schemas.microsoft.com/office/drawing/2014/main" id="{FB4AB0D1-B6BD-DE3C-A6A1-C19749DE3D47}"/>
                </a:ext>
              </a:extLst>
            </p:cNvPr>
            <p:cNvSpPr/>
            <p:nvPr/>
          </p:nvSpPr>
          <p:spPr>
            <a:xfrm>
              <a:off x="8551147" y="5307121"/>
              <a:ext cx="6150234" cy="2483777"/>
            </a:xfrm>
            <a:prstGeom prst="roundRect">
              <a:avLst/>
            </a:prstGeom>
            <a:no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sp>
        <p:nvSpPr>
          <p:cNvPr id="11" name="Brandline_LVC">
            <a:extLst>
              <a:ext uri="{FF2B5EF4-FFF2-40B4-BE49-F238E27FC236}">
                <a16:creationId xmlns:a16="http://schemas.microsoft.com/office/drawing/2014/main" id="{3EDD55AB-7EFE-E5FD-98AE-84385AD80C5D}"/>
              </a:ext>
            </a:extLst>
          </p:cNvPr>
          <p:cNvSpPr/>
          <p:nvPr/>
        </p:nvSpPr>
        <p:spPr>
          <a:xfrm>
            <a:off x="6045200" y="816352"/>
            <a:ext cx="4167267"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37994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6" name="Text Placeholder 5">
            <a:extLst>
              <a:ext uri="{FF2B5EF4-FFF2-40B4-BE49-F238E27FC236}">
                <a16:creationId xmlns:a16="http://schemas.microsoft.com/office/drawing/2014/main" id="{60C2D6D4-B051-0940-FF6C-4948561739E1}"/>
              </a:ext>
            </a:extLst>
          </p:cNvPr>
          <p:cNvSpPr>
            <a:spLocks noGrp="1"/>
          </p:cNvSpPr>
          <p:nvPr>
            <p:ph type="body" sz="quarter" idx="15"/>
          </p:nvPr>
        </p:nvSpPr>
        <p:spPr>
          <a:xfrm>
            <a:off x="1332875" y="2054406"/>
            <a:ext cx="9195082" cy="1010072"/>
          </a:xfrm>
        </p:spPr>
        <p:txBody>
          <a:bodyPr>
            <a:normAutofit/>
          </a:bodyPr>
          <a:lstStyle/>
          <a:p>
            <a:r>
              <a:rPr lang="en-US" sz="2200" dirty="0">
                <a:latin typeface="Open Sans"/>
                <a:ea typeface="Open Sans"/>
                <a:cs typeface="Open Sans"/>
                <a:sym typeface="Open Sans"/>
              </a:rPr>
              <a:t>Transformers are known for their long-range memory dependencies and acquire this functionality through self-attention. </a:t>
            </a:r>
          </a:p>
        </p:txBody>
      </p:sp>
      <p:sp>
        <p:nvSpPr>
          <p:cNvPr id="7" name="Text Placeholder 6">
            <a:extLst>
              <a:ext uri="{FF2B5EF4-FFF2-40B4-BE49-F238E27FC236}">
                <a16:creationId xmlns:a16="http://schemas.microsoft.com/office/drawing/2014/main" id="{E876C344-D455-683C-A8C0-C8CAC608D079}"/>
              </a:ext>
            </a:extLst>
          </p:cNvPr>
          <p:cNvSpPr>
            <a:spLocks noGrp="1"/>
          </p:cNvSpPr>
          <p:nvPr>
            <p:ph type="body" sz="quarter" idx="16"/>
          </p:nvPr>
        </p:nvSpPr>
        <p:spPr>
          <a:xfrm>
            <a:off x="1332356" y="3249823"/>
            <a:ext cx="9035481" cy="1011600"/>
          </a:xfrm>
        </p:spPr>
        <p:txBody>
          <a:bodyPr/>
          <a:lstStyle/>
          <a:p>
            <a:r>
              <a:rPr lang="en-US" dirty="0">
                <a:latin typeface="Open Sans"/>
                <a:ea typeface="Open Sans"/>
                <a:cs typeface="Open Sans"/>
                <a:sym typeface="Open Sans"/>
              </a:rPr>
              <a:t>A</a:t>
            </a:r>
            <a:r>
              <a:rPr lang="en-US" sz="2200" dirty="0">
                <a:latin typeface="Open Sans"/>
                <a:ea typeface="Open Sans"/>
                <a:cs typeface="Open Sans"/>
                <a:sym typeface="Open Sans"/>
              </a:rPr>
              <a:t> transformer architecture comprises two primary components: an encoder and a decoder.</a:t>
            </a:r>
          </a:p>
        </p:txBody>
      </p:sp>
      <p:sp>
        <p:nvSpPr>
          <p:cNvPr id="10" name="Text Placeholder 9">
            <a:extLst>
              <a:ext uri="{FF2B5EF4-FFF2-40B4-BE49-F238E27FC236}">
                <a16:creationId xmlns:a16="http://schemas.microsoft.com/office/drawing/2014/main" id="{84AF59AD-8E52-7BBA-70BF-0C22504FAEE2}"/>
              </a:ext>
            </a:extLst>
          </p:cNvPr>
          <p:cNvSpPr>
            <a:spLocks noGrp="1"/>
          </p:cNvSpPr>
          <p:nvPr>
            <p:ph type="body" sz="quarter" idx="17"/>
          </p:nvPr>
        </p:nvSpPr>
        <p:spPr>
          <a:xfrm>
            <a:off x="1331837" y="4457604"/>
            <a:ext cx="9036000" cy="1011600"/>
          </a:xfrm>
        </p:spPr>
        <p:txBody>
          <a:bodyPr/>
          <a:lstStyle/>
          <a:p>
            <a:r>
              <a:rPr lang="en-US" sz="2200" dirty="0">
                <a:latin typeface="Open Sans"/>
                <a:ea typeface="Open Sans"/>
                <a:cs typeface="Open Sans"/>
              </a:rPr>
              <a:t>BERT is a transformer model without any decoder module, and it has a trained encoder stack. </a:t>
            </a:r>
          </a:p>
        </p:txBody>
      </p:sp>
      <p:sp>
        <p:nvSpPr>
          <p:cNvPr id="11" name="Text Placeholder 10">
            <a:extLst>
              <a:ext uri="{FF2B5EF4-FFF2-40B4-BE49-F238E27FC236}">
                <a16:creationId xmlns:a16="http://schemas.microsoft.com/office/drawing/2014/main" id="{B909A6C7-6F05-AF04-7D4E-D3270D7AA8B3}"/>
              </a:ext>
            </a:extLst>
          </p:cNvPr>
          <p:cNvSpPr>
            <a:spLocks noGrp="1"/>
          </p:cNvSpPr>
          <p:nvPr>
            <p:ph type="body" sz="quarter" idx="18"/>
          </p:nvPr>
        </p:nvSpPr>
        <p:spPr>
          <a:xfrm>
            <a:off x="1332873" y="5653031"/>
            <a:ext cx="9331008" cy="1010072"/>
          </a:xfrm>
        </p:spPr>
        <p:txBody>
          <a:bodyPr/>
          <a:lstStyle/>
          <a:p>
            <a:r>
              <a:rPr lang="en-US" sz="2199"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In an MLM, 15% of the words are replaced with a MASK token before feeding the sequence of words into BERT.</a:t>
            </a:r>
          </a:p>
        </p:txBody>
      </p:sp>
      <p:sp>
        <p:nvSpPr>
          <p:cNvPr id="21" name="Rectangle 20" hidden="1">
            <a:extLst>
              <a:ext uri="{FF2B5EF4-FFF2-40B4-BE49-F238E27FC236}">
                <a16:creationId xmlns:a16="http://schemas.microsoft.com/office/drawing/2014/main" id="{547B28E2-BB33-9F13-DBF0-CFDEB0F6C0E8}"/>
              </a:ext>
            </a:extLst>
          </p:cNvPr>
          <p:cNvSpPr/>
          <p:nvPr/>
        </p:nvSpPr>
        <p:spPr>
          <a:xfrm>
            <a:off x="3017079" y="667259"/>
            <a:ext cx="2283970" cy="14951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hidden="1">
            <a:extLst>
              <a:ext uri="{FF2B5EF4-FFF2-40B4-BE49-F238E27FC236}">
                <a16:creationId xmlns:a16="http://schemas.microsoft.com/office/drawing/2014/main" id="{40A503F3-7307-4E17-02A6-5C2338DAACD4}"/>
              </a:ext>
            </a:extLst>
          </p:cNvPr>
          <p:cNvSpPr/>
          <p:nvPr/>
        </p:nvSpPr>
        <p:spPr>
          <a:xfrm>
            <a:off x="2141548" y="5172204"/>
            <a:ext cx="594000" cy="59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and white circle with a white circle&#10;&#10;Description automatically generated with low confidence">
            <a:extLst>
              <a:ext uri="{FF2B5EF4-FFF2-40B4-BE49-F238E27FC236}">
                <a16:creationId xmlns:a16="http://schemas.microsoft.com/office/drawing/2014/main" id="{FF4235AE-5346-7AC5-7C7B-F1389EEFE8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0088" y="2126598"/>
            <a:ext cx="396244" cy="387931"/>
          </a:xfrm>
          <a:prstGeom prst="rect">
            <a:avLst/>
          </a:prstGeom>
        </p:spPr>
      </p:pic>
      <p:pic>
        <p:nvPicPr>
          <p:cNvPr id="3" name="Picture 2" descr="A blue and white circle with a white circle&#10;&#10;Description automatically generated with low confidence">
            <a:extLst>
              <a:ext uri="{FF2B5EF4-FFF2-40B4-BE49-F238E27FC236}">
                <a16:creationId xmlns:a16="http://schemas.microsoft.com/office/drawing/2014/main" id="{D976D588-7474-FA62-34A7-D4B5F7C430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636" y="5735018"/>
            <a:ext cx="396244" cy="387931"/>
          </a:xfrm>
          <a:prstGeom prst="rect">
            <a:avLst/>
          </a:prstGeom>
        </p:spPr>
      </p:pic>
      <p:pic>
        <p:nvPicPr>
          <p:cNvPr id="4" name="Picture 3" descr="A blue and white circle with a white circle&#10;&#10;Description automatically generated with low confidence">
            <a:extLst>
              <a:ext uri="{FF2B5EF4-FFF2-40B4-BE49-F238E27FC236}">
                <a16:creationId xmlns:a16="http://schemas.microsoft.com/office/drawing/2014/main" id="{41A38027-25CE-D32B-5878-3F799BDE8A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636" y="4533395"/>
            <a:ext cx="396244" cy="387931"/>
          </a:xfrm>
          <a:prstGeom prst="rect">
            <a:avLst/>
          </a:prstGeom>
        </p:spPr>
      </p:pic>
      <p:pic>
        <p:nvPicPr>
          <p:cNvPr id="5" name="Picture 4" descr="A blue and white circle with a white circle&#10;&#10;Description automatically generated with low confidence">
            <a:extLst>
              <a:ext uri="{FF2B5EF4-FFF2-40B4-BE49-F238E27FC236}">
                <a16:creationId xmlns:a16="http://schemas.microsoft.com/office/drawing/2014/main" id="{6AC3BB82-B634-0448-39DD-1E3F06CF1D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636" y="3303736"/>
            <a:ext cx="396244" cy="387931"/>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31" name="Text Placeholder 230">
            <a:extLst>
              <a:ext uri="{FF2B5EF4-FFF2-40B4-BE49-F238E27FC236}">
                <a16:creationId xmlns:a16="http://schemas.microsoft.com/office/drawing/2014/main" id="{D9786E77-C759-0589-5F82-524D15993BB3}"/>
              </a:ext>
            </a:extLst>
          </p:cNvPr>
          <p:cNvSpPr>
            <a:spLocks noGrp="1"/>
          </p:cNvSpPr>
          <p:nvPr>
            <p:ph type="body" sz="quarter" idx="18"/>
          </p:nvPr>
        </p:nvSpPr>
        <p:spPr>
          <a:xfrm>
            <a:off x="3251201" y="7277661"/>
            <a:ext cx="8834438" cy="584200"/>
          </a:xfrm>
        </p:spPr>
        <p:txBody>
          <a:bodyPr/>
          <a:lstStyle/>
          <a:p>
            <a:r>
              <a:rPr lang="en-US"/>
              <a:t>B</a:t>
            </a:r>
          </a:p>
        </p:txBody>
      </p:sp>
      <p:sp>
        <p:nvSpPr>
          <p:cNvPr id="230" name="Text Placeholder 229">
            <a:extLst>
              <a:ext uri="{FF2B5EF4-FFF2-40B4-BE49-F238E27FC236}">
                <a16:creationId xmlns:a16="http://schemas.microsoft.com/office/drawing/2014/main" id="{4365D2D5-84FC-F8E5-376F-F8DCA75CCC1A}"/>
              </a:ext>
            </a:extLst>
          </p:cNvPr>
          <p:cNvSpPr>
            <a:spLocks noGrp="1"/>
          </p:cNvSpPr>
          <p:nvPr>
            <p:ph type="body" sz="quarter" idx="16"/>
          </p:nvPr>
        </p:nvSpPr>
        <p:spPr>
          <a:xfrm>
            <a:off x="669925" y="7935913"/>
            <a:ext cx="13095288" cy="1004887"/>
          </a:xfrm>
        </p:spPr>
        <p:txBody>
          <a:bodyPr/>
          <a:lstStyle/>
          <a:p>
            <a:r>
              <a:rPr lang="en-US" dirty="0"/>
              <a:t>Transformer models effectively address the challenge of long-range dependencies that earlier models like RNNs and LSTMs struggled with due to their use of self-attention mechanisms.</a:t>
            </a:r>
          </a:p>
        </p:txBody>
      </p:sp>
      <p:sp>
        <p:nvSpPr>
          <p:cNvPr id="3" name="Text Placeholder 2">
            <a:extLst>
              <a:ext uri="{FF2B5EF4-FFF2-40B4-BE49-F238E27FC236}">
                <a16:creationId xmlns:a16="http://schemas.microsoft.com/office/drawing/2014/main" id="{5204BA4A-350E-1240-6A5F-83B9B6494EEF}"/>
              </a:ext>
            </a:extLst>
          </p:cNvPr>
          <p:cNvSpPr>
            <a:spLocks noGrp="1"/>
          </p:cNvSpPr>
          <p:nvPr>
            <p:ph type="body" sz="quarter" idx="19"/>
          </p:nvPr>
        </p:nvSpPr>
        <p:spPr>
          <a:xfrm>
            <a:off x="1562390" y="1193800"/>
            <a:ext cx="1135063" cy="830263"/>
          </a:xfrm>
        </p:spPr>
        <p:txBody>
          <a:bodyPr/>
          <a:lstStyle/>
          <a:p>
            <a:r>
              <a:rPr lang="en-US"/>
              <a:t>1</a:t>
            </a:r>
          </a:p>
        </p:txBody>
      </p:sp>
      <p:sp>
        <p:nvSpPr>
          <p:cNvPr id="14" name="Text Placeholder 13">
            <a:extLst>
              <a:ext uri="{FF2B5EF4-FFF2-40B4-BE49-F238E27FC236}">
                <a16:creationId xmlns:a16="http://schemas.microsoft.com/office/drawing/2014/main" id="{D92D2CAD-7ED8-3F97-BA57-F033FBB683D2}"/>
              </a:ext>
            </a:extLst>
          </p:cNvPr>
          <p:cNvSpPr>
            <a:spLocks noGrp="1"/>
          </p:cNvSpPr>
          <p:nvPr>
            <p:ph type="body" sz="quarter" idx="11"/>
          </p:nvPr>
        </p:nvSpPr>
        <p:spPr/>
        <p:txBody>
          <a:bodyPr/>
          <a:lstStyle/>
          <a:p>
            <a:r>
              <a:rPr lang="en-US" dirty="0"/>
              <a:t>What major challenges do Transformer models overcome compared to earlier models like RNNs and LSTMs?</a:t>
            </a:r>
            <a:endParaRPr lang="en-IN" dirty="0"/>
          </a:p>
        </p:txBody>
      </p:sp>
      <p:sp>
        <p:nvSpPr>
          <p:cNvPr id="11" name="Text Placeholder 10">
            <a:extLst>
              <a:ext uri="{FF2B5EF4-FFF2-40B4-BE49-F238E27FC236}">
                <a16:creationId xmlns:a16="http://schemas.microsoft.com/office/drawing/2014/main" id="{CBD2FDAA-402C-682C-E81D-B210CCCFBC6E}"/>
              </a:ext>
            </a:extLst>
          </p:cNvPr>
          <p:cNvSpPr txBox="1">
            <a:spLocks/>
          </p:cNvSpPr>
          <p:nvPr/>
        </p:nvSpPr>
        <p:spPr>
          <a:xfrm>
            <a:off x="2330450" y="2698180"/>
            <a:ext cx="11250613" cy="836613"/>
          </a:xfrm>
          <a:prstGeom prst="rect">
            <a:avLst/>
          </a:prstGeom>
        </p:spPr>
        <p:txBody>
          <a:bodyPr vert="horz" lIns="91440" tIns="45720" rIns="91440" bIns="45720" rtlCol="0" anchor="t">
            <a:normAutofit/>
          </a:bodyPr>
          <a:lstStyle>
            <a:lvl1pPr marL="0" indent="0" algn="l" defTabSz="914400" rtl="0" eaLnBrk="1" latinLnBrk="0" hangingPunct="1">
              <a:lnSpc>
                <a:spcPct val="114000"/>
              </a:lnSpc>
              <a:spcBef>
                <a:spcPts val="0"/>
              </a:spcBef>
              <a:buFont typeface="Arial" panose="020B0604020202020204" pitchFamily="34" charset="0"/>
              <a:buNone/>
              <a:defRPr lang="en-GB" sz="20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114000"/>
              </a:lnSpc>
              <a:spcBef>
                <a:spcPts val="500"/>
              </a:spcBef>
              <a:buFont typeface="Arial" panose="020B0604020202020204" pitchFamily="34" charset="0"/>
              <a:buNone/>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l" defTabSz="914400" rtl="0" eaLnBrk="1" latinLnBrk="0" hangingPunct="1">
              <a:lnSpc>
                <a:spcPct val="114000"/>
              </a:lnSpc>
              <a:spcBef>
                <a:spcPts val="500"/>
              </a:spcBef>
              <a:buFont typeface="Arial" panose="020B0604020202020204" pitchFamily="34" charset="0"/>
              <a:buNone/>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ym typeface="Open Sans"/>
              </a:rPr>
              <a:t>They reduce the computational time for each task.</a:t>
            </a:r>
          </a:p>
        </p:txBody>
      </p:sp>
      <p:sp>
        <p:nvSpPr>
          <p:cNvPr id="12" name="Text Placeholder 12">
            <a:extLst>
              <a:ext uri="{FF2B5EF4-FFF2-40B4-BE49-F238E27FC236}">
                <a16:creationId xmlns:a16="http://schemas.microsoft.com/office/drawing/2014/main" id="{A6D60FBA-09D4-B56E-48CA-D6CF09CEE3D4}"/>
              </a:ext>
            </a:extLst>
          </p:cNvPr>
          <p:cNvSpPr txBox="1">
            <a:spLocks/>
          </p:cNvSpPr>
          <p:nvPr/>
        </p:nvSpPr>
        <p:spPr>
          <a:xfrm>
            <a:off x="2334566" y="3629064"/>
            <a:ext cx="11250613" cy="836613"/>
          </a:xfrm>
          <a:prstGeom prst="rect">
            <a:avLst/>
          </a:prstGeom>
        </p:spPr>
        <p:txBody>
          <a:bodyPr vert="horz" lIns="91440" tIns="45720" rIns="91440" bIns="45720" rtlCol="0" anchor="t">
            <a:normAutofit/>
          </a:bodyPr>
          <a:lstStyle>
            <a:lvl1pPr marL="0" indent="0" algn="l" defTabSz="914400" rtl="0" eaLnBrk="1" latinLnBrk="0" hangingPunct="1">
              <a:lnSpc>
                <a:spcPct val="114000"/>
              </a:lnSpc>
              <a:spcBef>
                <a:spcPts val="0"/>
              </a:spcBef>
              <a:buFont typeface="Arial" panose="020B0604020202020204" pitchFamily="34" charset="0"/>
              <a:buNone/>
              <a:defRPr lang="en-GB" sz="20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114000"/>
              </a:lnSpc>
              <a:spcBef>
                <a:spcPts val="500"/>
              </a:spcBef>
              <a:buFont typeface="Arial" panose="020B0604020202020204" pitchFamily="34" charset="0"/>
              <a:buNone/>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l" defTabSz="914400" rtl="0" eaLnBrk="1" latinLnBrk="0" hangingPunct="1">
              <a:lnSpc>
                <a:spcPct val="114000"/>
              </a:lnSpc>
              <a:spcBef>
                <a:spcPts val="500"/>
              </a:spcBef>
              <a:buFont typeface="Arial" panose="020B0604020202020204" pitchFamily="34" charset="0"/>
              <a:buNone/>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They excel at capturing long-range dependencies.</a:t>
            </a:r>
          </a:p>
        </p:txBody>
      </p:sp>
      <p:sp>
        <p:nvSpPr>
          <p:cNvPr id="13" name="Text Placeholder 21">
            <a:extLst>
              <a:ext uri="{FF2B5EF4-FFF2-40B4-BE49-F238E27FC236}">
                <a16:creationId xmlns:a16="http://schemas.microsoft.com/office/drawing/2014/main" id="{48AEDEB9-F01C-7D50-0012-1AEC13CF9BC1}"/>
              </a:ext>
            </a:extLst>
          </p:cNvPr>
          <p:cNvSpPr txBox="1">
            <a:spLocks/>
          </p:cNvSpPr>
          <p:nvPr/>
        </p:nvSpPr>
        <p:spPr>
          <a:xfrm>
            <a:off x="2334566" y="4568181"/>
            <a:ext cx="11250613" cy="836613"/>
          </a:xfrm>
          <a:prstGeom prst="rect">
            <a:avLst/>
          </a:prstGeom>
        </p:spPr>
        <p:txBody>
          <a:bodyPr vert="horz" lIns="91440" tIns="45720" rIns="91440" bIns="45720" rtlCol="0" anchor="t">
            <a:normAutofit/>
          </a:bodyPr>
          <a:lstStyle>
            <a:lvl1pPr marL="0" indent="0" algn="l" defTabSz="914400" rtl="0" eaLnBrk="1" latinLnBrk="0" hangingPunct="1">
              <a:lnSpc>
                <a:spcPct val="114000"/>
              </a:lnSpc>
              <a:spcBef>
                <a:spcPts val="0"/>
              </a:spcBef>
              <a:buFont typeface="Arial" panose="020B0604020202020204" pitchFamily="34" charset="0"/>
              <a:buNone/>
              <a:defRPr lang="en-GB" sz="20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114000"/>
              </a:lnSpc>
              <a:spcBef>
                <a:spcPts val="500"/>
              </a:spcBef>
              <a:buFont typeface="Arial" panose="020B0604020202020204" pitchFamily="34" charset="0"/>
              <a:buNone/>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l" defTabSz="914400" rtl="0" eaLnBrk="1" latinLnBrk="0" hangingPunct="1">
              <a:lnSpc>
                <a:spcPct val="114000"/>
              </a:lnSpc>
              <a:spcBef>
                <a:spcPts val="500"/>
              </a:spcBef>
              <a:buFont typeface="Arial" panose="020B0604020202020204" pitchFamily="34" charset="0"/>
              <a:buNone/>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ym typeface="Open Sans"/>
              </a:rPr>
              <a:t>They require less data for training.</a:t>
            </a:r>
            <a:endParaRPr lang="en-US" dirty="0"/>
          </a:p>
        </p:txBody>
      </p:sp>
      <p:sp>
        <p:nvSpPr>
          <p:cNvPr id="15" name="Text Placeholder 22">
            <a:extLst>
              <a:ext uri="{FF2B5EF4-FFF2-40B4-BE49-F238E27FC236}">
                <a16:creationId xmlns:a16="http://schemas.microsoft.com/office/drawing/2014/main" id="{7A5752E6-2364-532F-6DB3-00CD1EB48A62}"/>
              </a:ext>
            </a:extLst>
          </p:cNvPr>
          <p:cNvSpPr>
            <a:spLocks noGrp="1"/>
          </p:cNvSpPr>
          <p:nvPr>
            <p:ph type="body" sz="quarter" idx="15"/>
          </p:nvPr>
        </p:nvSpPr>
        <p:spPr>
          <a:xfrm>
            <a:off x="2338682" y="5511422"/>
            <a:ext cx="11250613" cy="836613"/>
          </a:xfrm>
        </p:spPr>
        <p:txBody>
          <a:bodyPr/>
          <a:lstStyle/>
          <a:p>
            <a:pPr lvl="0"/>
            <a:r>
              <a:rPr lang="en-US" b="0" i="0" dirty="0">
                <a:effectLst/>
                <a:highlight>
                  <a:srgbClr val="FFFFFF"/>
                </a:highlight>
              </a:rPr>
              <a:t>They eliminate the need for attention mechanisms.</a:t>
            </a:r>
            <a:endParaRPr lang="en-US" noProof="0" dirty="0">
              <a:sym typeface="Open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195" name="Text Placeholder 194">
            <a:extLst>
              <a:ext uri="{FF2B5EF4-FFF2-40B4-BE49-F238E27FC236}">
                <a16:creationId xmlns:a16="http://schemas.microsoft.com/office/drawing/2014/main" id="{49970A51-32C7-DDBC-79A9-635B2B829B62}"/>
              </a:ext>
            </a:extLst>
          </p:cNvPr>
          <p:cNvSpPr>
            <a:spLocks noGrp="1"/>
          </p:cNvSpPr>
          <p:nvPr>
            <p:ph type="body" sz="quarter" idx="18"/>
          </p:nvPr>
        </p:nvSpPr>
        <p:spPr>
          <a:xfrm>
            <a:off x="3251201" y="7277661"/>
            <a:ext cx="8834438" cy="584200"/>
          </a:xfrm>
        </p:spPr>
        <p:txBody>
          <a:bodyPr/>
          <a:lstStyle/>
          <a:p>
            <a:r>
              <a:rPr lang="en-US"/>
              <a:t>C</a:t>
            </a:r>
          </a:p>
        </p:txBody>
      </p:sp>
      <p:sp>
        <p:nvSpPr>
          <p:cNvPr id="194" name="Text Placeholder 193">
            <a:extLst>
              <a:ext uri="{FF2B5EF4-FFF2-40B4-BE49-F238E27FC236}">
                <a16:creationId xmlns:a16="http://schemas.microsoft.com/office/drawing/2014/main" id="{1FAE0FA4-1CE8-6668-E942-5A8481651664}"/>
              </a:ext>
            </a:extLst>
          </p:cNvPr>
          <p:cNvSpPr>
            <a:spLocks noGrp="1"/>
          </p:cNvSpPr>
          <p:nvPr>
            <p:ph type="body" sz="quarter" idx="16"/>
          </p:nvPr>
        </p:nvSpPr>
        <p:spPr>
          <a:xfrm>
            <a:off x="669925" y="7935913"/>
            <a:ext cx="13095288" cy="1004887"/>
          </a:xfrm>
        </p:spPr>
        <p:txBody>
          <a:bodyPr/>
          <a:lstStyle/>
          <a:p>
            <a:r>
              <a:rPr lang="en-US" dirty="0"/>
              <a:t>The encoder processes input sequences and integrates information using self-attention, and the decoder generates the output sequence based on this contextual information.</a:t>
            </a:r>
          </a:p>
        </p:txBody>
      </p:sp>
      <p:sp>
        <p:nvSpPr>
          <p:cNvPr id="3" name="Text Placeholder 2">
            <a:extLst>
              <a:ext uri="{FF2B5EF4-FFF2-40B4-BE49-F238E27FC236}">
                <a16:creationId xmlns:a16="http://schemas.microsoft.com/office/drawing/2014/main" id="{E7FB8F95-08E6-58BB-9189-F795D4C3358D}"/>
              </a:ext>
            </a:extLst>
          </p:cNvPr>
          <p:cNvSpPr>
            <a:spLocks noGrp="1"/>
          </p:cNvSpPr>
          <p:nvPr>
            <p:ph type="body" sz="quarter" idx="19"/>
          </p:nvPr>
        </p:nvSpPr>
        <p:spPr>
          <a:xfrm>
            <a:off x="1562390" y="1193800"/>
            <a:ext cx="1135063" cy="830263"/>
          </a:xfrm>
        </p:spPr>
        <p:txBody>
          <a:bodyPr/>
          <a:lstStyle/>
          <a:p>
            <a:r>
              <a:rPr lang="en-US"/>
              <a:t>2</a:t>
            </a:r>
          </a:p>
        </p:txBody>
      </p:sp>
      <p:sp>
        <p:nvSpPr>
          <p:cNvPr id="12" name="Text Placeholder 11">
            <a:extLst>
              <a:ext uri="{FF2B5EF4-FFF2-40B4-BE49-F238E27FC236}">
                <a16:creationId xmlns:a16="http://schemas.microsoft.com/office/drawing/2014/main" id="{E007092A-440F-3602-B9C1-FE3023FDFBB4}"/>
              </a:ext>
            </a:extLst>
          </p:cNvPr>
          <p:cNvSpPr>
            <a:spLocks noGrp="1"/>
          </p:cNvSpPr>
          <p:nvPr>
            <p:ph type="body" sz="quarter" idx="11"/>
          </p:nvPr>
        </p:nvSpPr>
        <p:spPr/>
        <p:txBody>
          <a:bodyPr/>
          <a:lstStyle/>
          <a:p>
            <a:r>
              <a:rPr lang="en-US" dirty="0"/>
              <a:t>In the Transformer Model Architecture, what is the primary role of the encoder and decoder components?</a:t>
            </a:r>
          </a:p>
        </p:txBody>
      </p:sp>
      <p:sp>
        <p:nvSpPr>
          <p:cNvPr id="11" name="Text Placeholder 16">
            <a:extLst>
              <a:ext uri="{FF2B5EF4-FFF2-40B4-BE49-F238E27FC236}">
                <a16:creationId xmlns:a16="http://schemas.microsoft.com/office/drawing/2014/main" id="{476AFF17-A904-9B32-F8C9-BF34C3F54FA0}"/>
              </a:ext>
            </a:extLst>
          </p:cNvPr>
          <p:cNvSpPr txBox="1">
            <a:spLocks/>
          </p:cNvSpPr>
          <p:nvPr/>
        </p:nvSpPr>
        <p:spPr>
          <a:xfrm>
            <a:off x="2330450" y="2698180"/>
            <a:ext cx="11250613" cy="836613"/>
          </a:xfrm>
          <a:prstGeom prst="rect">
            <a:avLst/>
          </a:prstGeom>
        </p:spPr>
        <p:txBody>
          <a:bodyPr vert="horz" lIns="91440" tIns="45720" rIns="91440" bIns="45720" rtlCol="0" anchor="t">
            <a:normAutofit/>
          </a:bodyPr>
          <a:lstStyle>
            <a:lvl1pPr marL="0" indent="0" algn="l" defTabSz="914400" rtl="0" eaLnBrk="1" latinLnBrk="0" hangingPunct="1">
              <a:lnSpc>
                <a:spcPct val="114000"/>
              </a:lnSpc>
              <a:spcBef>
                <a:spcPts val="0"/>
              </a:spcBef>
              <a:buFont typeface="Arial" panose="020B0604020202020204" pitchFamily="34" charset="0"/>
              <a:buNone/>
              <a:defRPr lang="en-GB" sz="20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114000"/>
              </a:lnSpc>
              <a:spcBef>
                <a:spcPts val="500"/>
              </a:spcBef>
              <a:buFont typeface="Arial" panose="020B0604020202020204" pitchFamily="34" charset="0"/>
              <a:buNone/>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l" defTabSz="914400" rtl="0" eaLnBrk="1" latinLnBrk="0" hangingPunct="1">
              <a:lnSpc>
                <a:spcPct val="114000"/>
              </a:lnSpc>
              <a:spcBef>
                <a:spcPts val="500"/>
              </a:spcBef>
              <a:buFont typeface="Arial" panose="020B0604020202020204" pitchFamily="34" charset="0"/>
              <a:buNone/>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noProof="0" dirty="0">
                <a:sym typeface="Open Sans"/>
              </a:rPr>
              <a:t>The encoder processes input sequences into a fixed format, and the decoder directly outputs translated text.</a:t>
            </a:r>
          </a:p>
        </p:txBody>
      </p:sp>
      <p:sp>
        <p:nvSpPr>
          <p:cNvPr id="13" name="Text Placeholder 18">
            <a:extLst>
              <a:ext uri="{FF2B5EF4-FFF2-40B4-BE49-F238E27FC236}">
                <a16:creationId xmlns:a16="http://schemas.microsoft.com/office/drawing/2014/main" id="{C9D02B99-E13E-218F-C885-29571650749F}"/>
              </a:ext>
            </a:extLst>
          </p:cNvPr>
          <p:cNvSpPr txBox="1">
            <a:spLocks/>
          </p:cNvSpPr>
          <p:nvPr/>
        </p:nvSpPr>
        <p:spPr>
          <a:xfrm>
            <a:off x="2334566" y="3629064"/>
            <a:ext cx="11250613" cy="836613"/>
          </a:xfrm>
          <a:prstGeom prst="rect">
            <a:avLst/>
          </a:prstGeom>
        </p:spPr>
        <p:txBody>
          <a:bodyPr vert="horz" lIns="91440" tIns="45720" rIns="91440" bIns="45720" rtlCol="0" anchor="t">
            <a:normAutofit/>
          </a:bodyPr>
          <a:lstStyle>
            <a:lvl1pPr marL="0" indent="0" algn="l" defTabSz="914400" rtl="0" eaLnBrk="1" latinLnBrk="0" hangingPunct="1">
              <a:lnSpc>
                <a:spcPct val="114000"/>
              </a:lnSpc>
              <a:spcBef>
                <a:spcPts val="0"/>
              </a:spcBef>
              <a:buFont typeface="Arial" panose="020B0604020202020204" pitchFamily="34" charset="0"/>
              <a:buNone/>
              <a:defRPr lang="en-GB" sz="20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114000"/>
              </a:lnSpc>
              <a:spcBef>
                <a:spcPts val="500"/>
              </a:spcBef>
              <a:buFont typeface="Arial" panose="020B0604020202020204" pitchFamily="34" charset="0"/>
              <a:buNone/>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l" defTabSz="914400" rtl="0" eaLnBrk="1" latinLnBrk="0" hangingPunct="1">
              <a:lnSpc>
                <a:spcPct val="114000"/>
              </a:lnSpc>
              <a:spcBef>
                <a:spcPts val="500"/>
              </a:spcBef>
              <a:buFont typeface="Arial" panose="020B0604020202020204" pitchFamily="34" charset="0"/>
              <a:buNone/>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ym typeface="Open Sans"/>
              </a:rPr>
              <a:t>The encoder generates an output sequence, and the decoder predicts the next word in the input sequence.</a:t>
            </a:r>
          </a:p>
        </p:txBody>
      </p:sp>
      <p:sp>
        <p:nvSpPr>
          <p:cNvPr id="14" name="Text Placeholder 20">
            <a:extLst>
              <a:ext uri="{FF2B5EF4-FFF2-40B4-BE49-F238E27FC236}">
                <a16:creationId xmlns:a16="http://schemas.microsoft.com/office/drawing/2014/main" id="{415C3E12-5AF6-F8D1-952A-B0BE029E5E2F}"/>
              </a:ext>
            </a:extLst>
          </p:cNvPr>
          <p:cNvSpPr txBox="1">
            <a:spLocks/>
          </p:cNvSpPr>
          <p:nvPr/>
        </p:nvSpPr>
        <p:spPr>
          <a:xfrm>
            <a:off x="2334566" y="4568181"/>
            <a:ext cx="11250613" cy="836613"/>
          </a:xfrm>
          <a:prstGeom prst="rect">
            <a:avLst/>
          </a:prstGeom>
        </p:spPr>
        <p:txBody>
          <a:bodyPr vert="horz" lIns="91440" tIns="45720" rIns="91440" bIns="45720" rtlCol="0" anchor="t">
            <a:normAutofit/>
          </a:bodyPr>
          <a:lstStyle>
            <a:lvl1pPr marL="0" indent="0" algn="l" defTabSz="914400" rtl="0" eaLnBrk="1" latinLnBrk="0" hangingPunct="1">
              <a:lnSpc>
                <a:spcPct val="114000"/>
              </a:lnSpc>
              <a:spcBef>
                <a:spcPts val="0"/>
              </a:spcBef>
              <a:buFont typeface="Arial" panose="020B0604020202020204" pitchFamily="34" charset="0"/>
              <a:buNone/>
              <a:defRPr lang="en-GB" sz="20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114000"/>
              </a:lnSpc>
              <a:spcBef>
                <a:spcPts val="500"/>
              </a:spcBef>
              <a:buFont typeface="Arial" panose="020B0604020202020204" pitchFamily="34" charset="0"/>
              <a:buNone/>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l" defTabSz="914400" rtl="0" eaLnBrk="1" latinLnBrk="0" hangingPunct="1">
              <a:lnSpc>
                <a:spcPct val="114000"/>
              </a:lnSpc>
              <a:spcBef>
                <a:spcPts val="500"/>
              </a:spcBef>
              <a:buFont typeface="Arial" panose="020B0604020202020204" pitchFamily="34" charset="0"/>
              <a:buNone/>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encoder processes input sequences and integrates information using self-attention, and the decoder generates the output sequence based on this contextual information.</a:t>
            </a:r>
          </a:p>
        </p:txBody>
      </p:sp>
      <p:sp>
        <p:nvSpPr>
          <p:cNvPr id="15" name="Text Placeholder 22">
            <a:extLst>
              <a:ext uri="{FF2B5EF4-FFF2-40B4-BE49-F238E27FC236}">
                <a16:creationId xmlns:a16="http://schemas.microsoft.com/office/drawing/2014/main" id="{1364D402-EDFE-8584-C52E-F023E4CB3193}"/>
              </a:ext>
            </a:extLst>
          </p:cNvPr>
          <p:cNvSpPr>
            <a:spLocks noGrp="1"/>
          </p:cNvSpPr>
          <p:nvPr>
            <p:ph type="body" sz="quarter" idx="15"/>
          </p:nvPr>
        </p:nvSpPr>
        <p:spPr>
          <a:xfrm>
            <a:off x="2338682" y="5511422"/>
            <a:ext cx="11250613" cy="836613"/>
          </a:xfrm>
        </p:spPr>
        <p:txBody>
          <a:bodyPr/>
          <a:lstStyle/>
          <a:p>
            <a:pPr lvl="0"/>
            <a:r>
              <a:rPr lang="en-US" noProof="0" dirty="0">
                <a:sym typeface="Open Sans"/>
              </a:rPr>
              <a:t>The encoder and decoder function independently to translate sentences without sharing information.</a:t>
            </a:r>
          </a:p>
        </p:txBody>
      </p:sp>
    </p:spTree>
    <p:extLst>
      <p:ext uri="{BB962C8B-B14F-4D97-AF65-F5344CB8AC3E}">
        <p14:creationId xmlns:p14="http://schemas.microsoft.com/office/powerpoint/2010/main" val="32844682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79"/>
          <p:cNvSpPr txBox="1">
            <a:spLocks noGrp="1"/>
          </p:cNvSpPr>
          <p:nvPr>
            <p:ph type="body" idx="10"/>
          </p:nvPr>
        </p:nvSpPr>
        <p:spPr>
          <a:xfrm>
            <a:off x="0" y="4114800"/>
            <a:ext cx="16256001" cy="914400"/>
          </a:xfrm>
          <a:noFill/>
          <a:ln>
            <a:noFill/>
          </a:ln>
        </p:spPr>
        <p:txBody>
          <a:bodyPr spcFirstLastPara="1" wrap="square" lIns="91425" tIns="91425" rIns="91425" bIns="91425" anchor="t" anchorCtr="0">
            <a:noAutofit/>
          </a:bodyPr>
          <a:lstStyle/>
          <a:p>
            <a:pPr lvl="0"/>
            <a:r>
              <a:rPr lang="en-US"/>
              <a:t>Thank You!</a:t>
            </a:r>
          </a:p>
        </p:txBody>
      </p:sp>
    </p:spTree>
    <p:extLst>
      <p:ext uri="{BB962C8B-B14F-4D97-AF65-F5344CB8AC3E}">
        <p14:creationId xmlns:p14="http://schemas.microsoft.com/office/powerpoint/2010/main" val="22975327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5"/>
          <p:cNvSpPr txBox="1">
            <a:spLocks noGrp="1"/>
          </p:cNvSpPr>
          <p:nvPr>
            <p:ph type="body" idx="10"/>
          </p:nvPr>
        </p:nvSpPr>
        <p:spPr>
          <a:xfrm>
            <a:off x="0" y="4114800"/>
            <a:ext cx="16256001" cy="914400"/>
          </a:xfrm>
          <a:noFill/>
          <a:ln>
            <a:noFill/>
          </a:ln>
        </p:spPr>
        <p:txBody>
          <a:bodyPr spcFirstLastPara="1" wrap="square" lIns="91425" tIns="91425" rIns="91425" bIns="91425" anchor="t" anchorCtr="0">
            <a:noAutofit/>
          </a:bodyPr>
          <a:lstStyle/>
          <a:p>
            <a:r>
              <a:rPr lang="en-US" dirty="0"/>
              <a:t>Introduction to GPT Model</a:t>
            </a:r>
          </a:p>
        </p:txBody>
      </p:sp>
    </p:spTree>
    <p:extLst>
      <p:ext uri="{BB962C8B-B14F-4D97-AF65-F5344CB8AC3E}">
        <p14:creationId xmlns:p14="http://schemas.microsoft.com/office/powerpoint/2010/main" val="7964558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GPT Model</a:t>
            </a:r>
          </a:p>
        </p:txBody>
      </p:sp>
      <p:sp>
        <p:nvSpPr>
          <p:cNvPr id="5" name="Google Shape;343;p43"/>
          <p:cNvSpPr/>
          <p:nvPr/>
        </p:nvSpPr>
        <p:spPr>
          <a:xfrm>
            <a:off x="2636199" y="999380"/>
            <a:ext cx="10983602" cy="980943"/>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5000"/>
              </a:lnSpc>
              <a:spcBef>
                <a:spcPts val="1100"/>
              </a:spcBef>
            </a:pPr>
            <a:r>
              <a:rPr lang="en-US" sz="2200" dirty="0">
                <a:solidFill>
                  <a:schemeClr val="tx1">
                    <a:lumMod val="75000"/>
                    <a:lumOff val="25000"/>
                  </a:schemeClr>
                </a:solidFill>
                <a:latin typeface="Open Sans"/>
                <a:ea typeface="Open Sans"/>
                <a:cs typeface="Open Sans"/>
              </a:rPr>
              <a:t>GPT stands for Generative Pre-trained Transformer.</a:t>
            </a:r>
          </a:p>
        </p:txBody>
      </p:sp>
      <p:sp>
        <p:nvSpPr>
          <p:cNvPr id="16" name="Google Shape;343;p43">
            <a:extLst>
              <a:ext uri="{FF2B5EF4-FFF2-40B4-BE49-F238E27FC236}">
                <a16:creationId xmlns:a16="http://schemas.microsoft.com/office/drawing/2014/main" id="{057D45A3-CD25-4111-AEF8-D74FA89C2970}"/>
              </a:ext>
            </a:extLst>
          </p:cNvPr>
          <p:cNvSpPr/>
          <p:nvPr/>
        </p:nvSpPr>
        <p:spPr>
          <a:xfrm>
            <a:off x="1942610" y="6816080"/>
            <a:ext cx="12370780" cy="980943"/>
          </a:xfrm>
          <a:prstGeom prst="roundRect">
            <a:avLst>
              <a:gd name="adj" fmla="val 11839"/>
            </a:avLst>
          </a:prstGeom>
          <a:noFill/>
          <a:ln>
            <a:noFill/>
          </a:ln>
        </p:spPr>
        <p:txBody>
          <a:bodyPr spcFirstLastPara="1" wrap="square" lIns="91425" tIns="45700" rIns="91425" bIns="45700" anchor="ctr" anchorCtr="0">
            <a:noAutofit/>
          </a:bodyPr>
          <a:lstStyle/>
          <a:p>
            <a:pPr algn="ctr">
              <a:lnSpc>
                <a:spcPct val="115000"/>
              </a:lnSpc>
              <a:spcBef>
                <a:spcPts val="1100"/>
              </a:spcBef>
            </a:pPr>
            <a:r>
              <a:rPr lang="en-US" sz="2200" dirty="0">
                <a:solidFill>
                  <a:schemeClr val="tx1">
                    <a:lumMod val="75000"/>
                    <a:lumOff val="25000"/>
                  </a:schemeClr>
                </a:solidFill>
                <a:latin typeface="Open Sans"/>
                <a:ea typeface="Open Sans"/>
                <a:cs typeface="Open Sans"/>
              </a:rPr>
              <a:t>It learns to predict the next word from the words before it. It is called autoregressive (causal) language modeling.</a:t>
            </a:r>
          </a:p>
        </p:txBody>
      </p:sp>
      <p:grpSp>
        <p:nvGrpSpPr>
          <p:cNvPr id="18" name="Group 17">
            <a:extLst>
              <a:ext uri="{FF2B5EF4-FFF2-40B4-BE49-F238E27FC236}">
                <a16:creationId xmlns:a16="http://schemas.microsoft.com/office/drawing/2014/main" id="{DC764BBA-6B35-918D-D069-C66BD691CE65}"/>
              </a:ext>
            </a:extLst>
          </p:cNvPr>
          <p:cNvGrpSpPr/>
          <p:nvPr/>
        </p:nvGrpSpPr>
        <p:grpSpPr>
          <a:xfrm>
            <a:off x="1575158" y="2973647"/>
            <a:ext cx="13105685" cy="3171130"/>
            <a:chOff x="1612900" y="2973647"/>
            <a:chExt cx="13105685" cy="3171130"/>
          </a:xfrm>
        </p:grpSpPr>
        <p:grpSp>
          <p:nvGrpSpPr>
            <p:cNvPr id="13" name="Group 12">
              <a:extLst>
                <a:ext uri="{FF2B5EF4-FFF2-40B4-BE49-F238E27FC236}">
                  <a16:creationId xmlns:a16="http://schemas.microsoft.com/office/drawing/2014/main" id="{C0D23263-B661-66B7-DBD0-25C6644D9436}"/>
                </a:ext>
              </a:extLst>
            </p:cNvPr>
            <p:cNvGrpSpPr/>
            <p:nvPr/>
          </p:nvGrpSpPr>
          <p:grpSpPr>
            <a:xfrm>
              <a:off x="1612900" y="3191155"/>
              <a:ext cx="5522258" cy="2904565"/>
              <a:chOff x="5109884" y="3406117"/>
              <a:chExt cx="5522258" cy="2904565"/>
            </a:xfrm>
          </p:grpSpPr>
          <p:sp>
            <p:nvSpPr>
              <p:cNvPr id="2" name="Rounded Rectangle 1">
                <a:extLst>
                  <a:ext uri="{FF2B5EF4-FFF2-40B4-BE49-F238E27FC236}">
                    <a16:creationId xmlns:a16="http://schemas.microsoft.com/office/drawing/2014/main" id="{40F67E1E-6DD8-082D-F6C8-0A942AE32F9C}"/>
                  </a:ext>
                </a:extLst>
              </p:cNvPr>
              <p:cNvSpPr/>
              <p:nvPr/>
            </p:nvSpPr>
            <p:spPr>
              <a:xfrm>
                <a:off x="5109884" y="3406117"/>
                <a:ext cx="5522258" cy="2904565"/>
              </a:xfrm>
              <a:prstGeom prst="roundRect">
                <a:avLst>
                  <a:gd name="adj" fmla="val 7408"/>
                </a:avLst>
              </a:prstGeom>
              <a:solidFill>
                <a:srgbClr val="162E5D"/>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C24DB96E-50BF-72E7-0B3B-4546699B18D0}"/>
                  </a:ext>
                </a:extLst>
              </p:cNvPr>
              <p:cNvSpPr/>
              <p:nvPr/>
            </p:nvSpPr>
            <p:spPr>
              <a:xfrm>
                <a:off x="5369861" y="3684024"/>
                <a:ext cx="672352" cy="2395660"/>
              </a:xfrm>
              <a:prstGeom prst="roundRect">
                <a:avLst>
                  <a:gd name="adj" fmla="val 7408"/>
                </a:avLst>
              </a:prstGeom>
              <a:solidFill>
                <a:srgbClr val="0483EF"/>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200">
                    <a:latin typeface="Open Sans" panose="020B0606030504020204" pitchFamily="34" charset="0"/>
                    <a:ea typeface="Open Sans" panose="020B0606030504020204" pitchFamily="34" charset="0"/>
                    <a:cs typeface="Open Sans" panose="020B0606030504020204" pitchFamily="34" charset="0"/>
                  </a:rPr>
                  <a:t>Decoder</a:t>
                </a:r>
              </a:p>
            </p:txBody>
          </p:sp>
          <p:sp>
            <p:nvSpPr>
              <p:cNvPr id="4" name="Rounded Rectangle 3">
                <a:extLst>
                  <a:ext uri="{FF2B5EF4-FFF2-40B4-BE49-F238E27FC236}">
                    <a16:creationId xmlns:a16="http://schemas.microsoft.com/office/drawing/2014/main" id="{652EF7BD-F851-A893-F8D2-D56600EAE70D}"/>
                  </a:ext>
                </a:extLst>
              </p:cNvPr>
              <p:cNvSpPr/>
              <p:nvPr/>
            </p:nvSpPr>
            <p:spPr>
              <a:xfrm>
                <a:off x="6302191" y="3684024"/>
                <a:ext cx="672352" cy="2395660"/>
              </a:xfrm>
              <a:prstGeom prst="roundRect">
                <a:avLst>
                  <a:gd name="adj" fmla="val 7408"/>
                </a:avLst>
              </a:prstGeom>
              <a:solidFill>
                <a:srgbClr val="0483EF"/>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200">
                    <a:latin typeface="Open Sans" panose="020B0606030504020204" pitchFamily="34" charset="0"/>
                    <a:ea typeface="Open Sans" panose="020B0606030504020204" pitchFamily="34" charset="0"/>
                    <a:cs typeface="Open Sans" panose="020B0606030504020204" pitchFamily="34" charset="0"/>
                  </a:rPr>
                  <a:t>Decoder</a:t>
                </a:r>
              </a:p>
            </p:txBody>
          </p:sp>
          <p:sp>
            <p:nvSpPr>
              <p:cNvPr id="6" name="Rounded Rectangle 5">
                <a:extLst>
                  <a:ext uri="{FF2B5EF4-FFF2-40B4-BE49-F238E27FC236}">
                    <a16:creationId xmlns:a16="http://schemas.microsoft.com/office/drawing/2014/main" id="{CE091811-6CAE-D963-C1BB-41DA621630A7}"/>
                  </a:ext>
                </a:extLst>
              </p:cNvPr>
              <p:cNvSpPr/>
              <p:nvPr/>
            </p:nvSpPr>
            <p:spPr>
              <a:xfrm>
                <a:off x="7234521" y="3684024"/>
                <a:ext cx="672352" cy="2395660"/>
              </a:xfrm>
              <a:prstGeom prst="roundRect">
                <a:avLst>
                  <a:gd name="adj" fmla="val 7408"/>
                </a:avLst>
              </a:prstGeom>
              <a:solidFill>
                <a:srgbClr val="0483EF"/>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200">
                    <a:latin typeface="Open Sans" panose="020B0606030504020204" pitchFamily="34" charset="0"/>
                    <a:ea typeface="Open Sans" panose="020B0606030504020204" pitchFamily="34" charset="0"/>
                    <a:cs typeface="Open Sans" panose="020B0606030504020204" pitchFamily="34" charset="0"/>
                  </a:rPr>
                  <a:t>Decoder</a:t>
                </a:r>
              </a:p>
            </p:txBody>
          </p:sp>
          <p:sp>
            <p:nvSpPr>
              <p:cNvPr id="7" name="Rounded Rectangle 6">
                <a:extLst>
                  <a:ext uri="{FF2B5EF4-FFF2-40B4-BE49-F238E27FC236}">
                    <a16:creationId xmlns:a16="http://schemas.microsoft.com/office/drawing/2014/main" id="{6C5B28A0-833A-A826-5371-D02617A8ACE9}"/>
                  </a:ext>
                </a:extLst>
              </p:cNvPr>
              <p:cNvSpPr/>
              <p:nvPr/>
            </p:nvSpPr>
            <p:spPr>
              <a:xfrm>
                <a:off x="8164929" y="3684024"/>
                <a:ext cx="672352" cy="2395660"/>
              </a:xfrm>
              <a:prstGeom prst="roundRect">
                <a:avLst>
                  <a:gd name="adj" fmla="val 7408"/>
                </a:avLst>
              </a:prstGeom>
              <a:solidFill>
                <a:srgbClr val="0483EF"/>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200">
                    <a:latin typeface="Open Sans" panose="020B0606030504020204" pitchFamily="34" charset="0"/>
                    <a:ea typeface="Open Sans" panose="020B0606030504020204" pitchFamily="34" charset="0"/>
                    <a:cs typeface="Open Sans" panose="020B0606030504020204" pitchFamily="34" charset="0"/>
                  </a:rPr>
                  <a:t>Decoder</a:t>
                </a:r>
              </a:p>
            </p:txBody>
          </p:sp>
          <p:sp>
            <p:nvSpPr>
              <p:cNvPr id="8" name="Rounded Rectangle 7">
                <a:extLst>
                  <a:ext uri="{FF2B5EF4-FFF2-40B4-BE49-F238E27FC236}">
                    <a16:creationId xmlns:a16="http://schemas.microsoft.com/office/drawing/2014/main" id="{669184BA-4B7A-FC90-2926-EABCEC8EC1F5}"/>
                  </a:ext>
                </a:extLst>
              </p:cNvPr>
              <p:cNvSpPr/>
              <p:nvPr/>
            </p:nvSpPr>
            <p:spPr>
              <a:xfrm>
                <a:off x="9671242" y="3684024"/>
                <a:ext cx="672352" cy="2395660"/>
              </a:xfrm>
              <a:prstGeom prst="roundRect">
                <a:avLst>
                  <a:gd name="adj" fmla="val 7408"/>
                </a:avLst>
              </a:prstGeom>
              <a:solidFill>
                <a:srgbClr val="0483EF"/>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200">
                    <a:latin typeface="Open Sans" panose="020B0606030504020204" pitchFamily="34" charset="0"/>
                    <a:ea typeface="Open Sans" panose="020B0606030504020204" pitchFamily="34" charset="0"/>
                    <a:cs typeface="Open Sans" panose="020B0606030504020204" pitchFamily="34" charset="0"/>
                  </a:rPr>
                  <a:t>Decoder</a:t>
                </a:r>
              </a:p>
            </p:txBody>
          </p:sp>
          <p:grpSp>
            <p:nvGrpSpPr>
              <p:cNvPr id="12" name="Group 11">
                <a:extLst>
                  <a:ext uri="{FF2B5EF4-FFF2-40B4-BE49-F238E27FC236}">
                    <a16:creationId xmlns:a16="http://schemas.microsoft.com/office/drawing/2014/main" id="{251995DD-A491-AD9D-DE57-BBC2CD8934EC}"/>
                  </a:ext>
                </a:extLst>
              </p:cNvPr>
              <p:cNvGrpSpPr/>
              <p:nvPr/>
            </p:nvGrpSpPr>
            <p:grpSpPr>
              <a:xfrm>
                <a:off x="9170467" y="4472088"/>
                <a:ext cx="167588" cy="772622"/>
                <a:chOff x="9170467" y="4472088"/>
                <a:chExt cx="167588" cy="772622"/>
              </a:xfrm>
            </p:grpSpPr>
            <p:sp>
              <p:nvSpPr>
                <p:cNvPr id="9" name="Oval 8">
                  <a:extLst>
                    <a:ext uri="{FF2B5EF4-FFF2-40B4-BE49-F238E27FC236}">
                      <a16:creationId xmlns:a16="http://schemas.microsoft.com/office/drawing/2014/main" id="{755F7B2A-FC76-63DF-4E84-09AB329EB66A}"/>
                    </a:ext>
                  </a:extLst>
                </p:cNvPr>
                <p:cNvSpPr/>
                <p:nvPr/>
              </p:nvSpPr>
              <p:spPr>
                <a:xfrm>
                  <a:off x="9170467" y="4472088"/>
                  <a:ext cx="167588" cy="167588"/>
                </a:xfrm>
                <a:prstGeom prst="ellipse">
                  <a:avLst/>
                </a:prstGeom>
                <a:solidFill>
                  <a:schemeClr val="bg1"/>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37B7F42-AF28-8BBD-CF7E-57DBAE84530B}"/>
                    </a:ext>
                  </a:extLst>
                </p:cNvPr>
                <p:cNvSpPr/>
                <p:nvPr/>
              </p:nvSpPr>
              <p:spPr>
                <a:xfrm>
                  <a:off x="9170467" y="4774605"/>
                  <a:ext cx="167588" cy="167588"/>
                </a:xfrm>
                <a:prstGeom prst="ellipse">
                  <a:avLst/>
                </a:prstGeom>
                <a:solidFill>
                  <a:schemeClr val="bg1"/>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774E15C-B421-254E-78B0-A8D1A4AC428E}"/>
                    </a:ext>
                  </a:extLst>
                </p:cNvPr>
                <p:cNvSpPr/>
                <p:nvPr/>
              </p:nvSpPr>
              <p:spPr>
                <a:xfrm>
                  <a:off x="9170467" y="5077122"/>
                  <a:ext cx="167588" cy="167588"/>
                </a:xfrm>
                <a:prstGeom prst="ellipse">
                  <a:avLst/>
                </a:prstGeom>
                <a:solidFill>
                  <a:schemeClr val="bg1"/>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4" name="Group 13">
              <a:extLst>
                <a:ext uri="{FF2B5EF4-FFF2-40B4-BE49-F238E27FC236}">
                  <a16:creationId xmlns:a16="http://schemas.microsoft.com/office/drawing/2014/main" id="{FD8B2EAD-C594-E287-BB87-ED071BDCD946}"/>
                </a:ext>
              </a:extLst>
            </p:cNvPr>
            <p:cNvGrpSpPr/>
            <p:nvPr/>
          </p:nvGrpSpPr>
          <p:grpSpPr>
            <a:xfrm>
              <a:off x="7468344" y="2973647"/>
              <a:ext cx="7250241" cy="3171130"/>
              <a:chOff x="7553913" y="3160454"/>
              <a:chExt cx="7250241" cy="3171130"/>
            </a:xfrm>
          </p:grpSpPr>
          <p:sp>
            <p:nvSpPr>
              <p:cNvPr id="15" name="Rectangle: Rounded Corners 5">
                <a:extLst>
                  <a:ext uri="{FF2B5EF4-FFF2-40B4-BE49-F238E27FC236}">
                    <a16:creationId xmlns:a16="http://schemas.microsoft.com/office/drawing/2014/main" id="{E47F63C7-18DF-46A6-1633-5C6B90CA6D4E}"/>
                  </a:ext>
                </a:extLst>
              </p:cNvPr>
              <p:cNvSpPr/>
              <p:nvPr/>
            </p:nvSpPr>
            <p:spPr>
              <a:xfrm>
                <a:off x="7553913" y="3160454"/>
                <a:ext cx="7250241" cy="1411546"/>
              </a:xfrm>
              <a:prstGeom prst="roundRect">
                <a:avLst/>
              </a:prstGeom>
              <a:solidFill>
                <a:srgbClr val="E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5000"/>
                  </a:lnSpc>
                  <a:spcBef>
                    <a:spcPts val="1100"/>
                  </a:spcBef>
                </a:pPr>
                <a:r>
                  <a:rPr lang="en-US" sz="2200" dirty="0">
                    <a:solidFill>
                      <a:schemeClr val="tx1">
                        <a:lumMod val="75000"/>
                        <a:lumOff val="25000"/>
                      </a:schemeClr>
                    </a:solidFill>
                    <a:latin typeface="Open Sans"/>
                    <a:ea typeface="Open Sans"/>
                    <a:cs typeface="Open Sans"/>
                  </a:rPr>
                  <a:t>It is a transformer model without encoder modules and only has a trained decoder stack. </a:t>
                </a:r>
              </a:p>
            </p:txBody>
          </p:sp>
          <p:sp>
            <p:nvSpPr>
              <p:cNvPr id="17" name="Rectangle: Rounded Corners 5">
                <a:extLst>
                  <a:ext uri="{FF2B5EF4-FFF2-40B4-BE49-F238E27FC236}">
                    <a16:creationId xmlns:a16="http://schemas.microsoft.com/office/drawing/2014/main" id="{E5A27CC9-E08F-2B59-4E94-74B895631915}"/>
                  </a:ext>
                </a:extLst>
              </p:cNvPr>
              <p:cNvSpPr/>
              <p:nvPr/>
            </p:nvSpPr>
            <p:spPr>
              <a:xfrm>
                <a:off x="7553913" y="4920038"/>
                <a:ext cx="7250241" cy="1411546"/>
              </a:xfrm>
              <a:prstGeom prst="roundRect">
                <a:avLst/>
              </a:prstGeom>
              <a:solidFill>
                <a:srgbClr val="E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5000"/>
                  </a:lnSpc>
                  <a:spcBef>
                    <a:spcPts val="1100"/>
                  </a:spcBef>
                </a:pP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The decoder uses masked self-attention, so each word can see only the words before it. </a:t>
                </a:r>
                <a:endPar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sp>
        <p:nvSpPr>
          <p:cNvPr id="22" name="Brandline_LVC">
            <a:extLst>
              <a:ext uri="{FF2B5EF4-FFF2-40B4-BE49-F238E27FC236}">
                <a16:creationId xmlns:a16="http://schemas.microsoft.com/office/drawing/2014/main" id="{3FD13BB0-89EC-08A5-E1B4-8D7B06274A6A}"/>
              </a:ext>
            </a:extLst>
          </p:cNvPr>
          <p:cNvSpPr/>
          <p:nvPr/>
        </p:nvSpPr>
        <p:spPr>
          <a:xfrm>
            <a:off x="7025500" y="816352"/>
            <a:ext cx="220500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1277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5" name="Google Shape;343;p43"/>
          <p:cNvSpPr/>
          <p:nvPr/>
        </p:nvSpPr>
        <p:spPr>
          <a:xfrm>
            <a:off x="1889961" y="1419117"/>
            <a:ext cx="12476079" cy="1071421"/>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5000"/>
              </a:lnSpc>
            </a:pPr>
            <a:r>
              <a:rPr lang="en-US" sz="2200" b="0" i="0" dirty="0">
                <a:solidFill>
                  <a:schemeClr val="tx1">
                    <a:lumMod val="75000"/>
                    <a:lumOff val="25000"/>
                  </a:schemeClr>
                </a:solidFill>
                <a:effectLst/>
                <a:latin typeface="Open Sans" panose="020B0606030504020204" pitchFamily="34" charset="0"/>
              </a:rPr>
              <a:t>A Causal Language Model (CLM) is a type of language model used in the pre-training of models like GPT (Generative Pre-trained Transformer). The working of a CLM is as shown below:</a:t>
            </a:r>
            <a:r>
              <a:rPr lang="en-US" sz="2200" dirty="0">
                <a:solidFill>
                  <a:schemeClr val="tx1">
                    <a:lumMod val="75000"/>
                    <a:lumOff val="25000"/>
                  </a:schemeClr>
                </a:solidFill>
                <a:latin typeface="Open Sans" panose="020B0606030504020204" pitchFamily="34" charset="0"/>
              </a:rPr>
              <a:t/>
            </a:r>
            <a:r>
              <a:rPr lang="en-US" sz="2200" b="0" i="0" dirty="0">
                <a:solidFill>
                  <a:schemeClr val="tx1">
                    <a:lumMod val="75000"/>
                    <a:lumOff val="25000"/>
                  </a:schemeClr>
                </a:solidFill>
                <a:effectLst/>
                <a:latin typeface="Open Sans" panose="020B0606030504020204" pitchFamily="34" charset="0"/>
              </a:rPr>
              <a:t/>
            </a:r>
            <a:r>
              <a:rPr lang="en-US" sz="2200" dirty="0">
                <a:solidFill>
                  <a:schemeClr val="tx1">
                    <a:lumMod val="75000"/>
                    <a:lumOff val="25000"/>
                  </a:schemeClr>
                </a:solidFill>
                <a:latin typeface="Open Sans" panose="020B0606030504020204" pitchFamily="34" charset="0"/>
              </a:rPr>
              <a:t/>
            </a:r>
            <a:r>
              <a:rPr lang="en-US" sz="2200" b="0" i="0" dirty="0">
                <a:solidFill>
                  <a:schemeClr val="tx1">
                    <a:lumMod val="75000"/>
                    <a:lumOff val="25000"/>
                  </a:schemeClr>
                </a:solidFill>
                <a:effectLst/>
                <a:latin typeface="Open Sans" panose="020B0606030504020204" pitchFamily="34" charset="0"/>
              </a:rPr>
              <a:t/>
            </a:r>
            <a:r>
              <a:rPr lang="en-US" sz="2200" dirty="0">
                <a:solidFill>
                  <a:schemeClr val="tx1">
                    <a:lumMod val="75000"/>
                    <a:lumOff val="25000"/>
                  </a:schemeClr>
                </a:solidFill>
                <a:latin typeface="Open Sans" panose="020B0606030504020204" pitchFamily="34" charset="0"/>
              </a:rPr>
              <a:t/>
            </a:r>
            <a:r>
              <a:rPr lang="en-US" sz="2200" b="0" i="0" dirty="0">
                <a:solidFill>
                  <a:schemeClr val="tx1">
                    <a:lumMod val="75000"/>
                    <a:lumOff val="25000"/>
                  </a:schemeClr>
                </a:solidFill>
                <a:effectLst/>
                <a:latin typeface="Open Sans" panose="020B0606030504020204" pitchFamily="34" charset="0"/>
              </a:rPr>
              <a:t/>
            </a:r>
            <a:endParaRPr lang="en-US" sz="2200" dirty="0">
              <a:solidFill>
                <a:schemeClr val="tx1">
                  <a:lumMod val="75000"/>
                  <a:lumOff val="25000"/>
                </a:schemeClr>
              </a:solidFill>
              <a:latin typeface="Open Sans" panose="020B0606030504020204" pitchFamily="34" charset="0"/>
              <a:ea typeface="Open Sans"/>
              <a:cs typeface="Open Sans"/>
            </a:endParaRPr>
          </a:p>
        </p:txBody>
      </p:sp>
      <p:pic>
        <p:nvPicPr>
          <p:cNvPr id="6" name="image1.png">
            <a:extLst>
              <a:ext uri="{FF2B5EF4-FFF2-40B4-BE49-F238E27FC236}">
                <a16:creationId xmlns:a16="http://schemas.microsoft.com/office/drawing/2014/main" id="{1168E037-AFED-4CE3-BEB0-CA8F1D4BC6E3}"/>
              </a:ext>
            </a:extLst>
          </p:cNvPr>
          <p:cNvPicPr/>
          <p:nvPr/>
        </p:nvPicPr>
        <p:blipFill>
          <a:blip r:embed="rId3"/>
          <a:stretch>
            <a:fillRect/>
          </a:stretch>
        </p:blipFill>
        <p:spPr>
          <a:xfrm>
            <a:off x="4094635" y="2604612"/>
            <a:ext cx="8188170" cy="5466668"/>
          </a:xfrm>
          <a:prstGeom prst="rect">
            <a:avLst/>
          </a:prstGeom>
        </p:spPr>
      </p:pic>
      <p:sp>
        <p:nvSpPr>
          <p:cNvPr id="2" name="Google Shape;341;p43">
            <a:extLst>
              <a:ext uri="{FF2B5EF4-FFF2-40B4-BE49-F238E27FC236}">
                <a16:creationId xmlns:a16="http://schemas.microsoft.com/office/drawing/2014/main" id="{FA8D3AE9-EA61-3EAA-8A2A-BBD409C92FE7}"/>
              </a:ext>
            </a:extLst>
          </p:cNvPr>
          <p:cNvSpPr txBox="1"/>
          <p:nvPr/>
        </p:nvSpPr>
        <p:spPr>
          <a:xfrm>
            <a:off x="-10160" y="20955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i="0">
                <a:solidFill>
                  <a:srgbClr val="374151"/>
                </a:solidFill>
                <a:effectLst/>
                <a:latin typeface="Open Sans" panose="020B0606030504020204" pitchFamily="34" charset="0"/>
                <a:ea typeface="Open Sans" panose="020B0606030504020204" pitchFamily="34" charset="0"/>
                <a:cs typeface="Open Sans" panose="020B0606030504020204" pitchFamily="34" charset="0"/>
              </a:rPr>
              <a:t>GPT and Causal Language Modeling</a:t>
            </a:r>
            <a:endParaRPr lang="en-US" sz="2800" b="1">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3" name="Brandline_LVC">
            <a:extLst>
              <a:ext uri="{FF2B5EF4-FFF2-40B4-BE49-F238E27FC236}">
                <a16:creationId xmlns:a16="http://schemas.microsoft.com/office/drawing/2014/main" id="{A996BC10-8FFE-C37C-6F95-ADFF3ADA7FE1}"/>
              </a:ext>
            </a:extLst>
          </p:cNvPr>
          <p:cNvSpPr/>
          <p:nvPr/>
        </p:nvSpPr>
        <p:spPr>
          <a:xfrm>
            <a:off x="4208000" y="816352"/>
            <a:ext cx="784000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79307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0955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i="0">
                <a:solidFill>
                  <a:srgbClr val="374151"/>
                </a:solidFill>
                <a:effectLst/>
                <a:latin typeface="Open Sans" panose="020B0606030504020204" pitchFamily="34" charset="0"/>
                <a:ea typeface="Open Sans" panose="020B0606030504020204" pitchFamily="34" charset="0"/>
                <a:cs typeface="Open Sans" panose="020B0606030504020204" pitchFamily="34" charset="0"/>
              </a:rPr>
              <a:t>GPT and Causal Language Modeling</a:t>
            </a:r>
            <a:endParaRPr lang="en-US" sz="2800" b="1">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5" name="Google Shape;343;p43"/>
          <p:cNvSpPr/>
          <p:nvPr/>
        </p:nvSpPr>
        <p:spPr>
          <a:xfrm>
            <a:off x="1270000" y="1190514"/>
            <a:ext cx="13716000" cy="980943"/>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5000"/>
              </a:lnSpc>
              <a:spcBef>
                <a:spcPts val="1100"/>
              </a:spcBef>
            </a:pPr>
            <a:r>
              <a:rPr lang="en-US" sz="2200" dirty="0">
                <a:solidFill>
                  <a:schemeClr val="tx1">
                    <a:lumMod val="75000"/>
                    <a:lumOff val="25000"/>
                  </a:schemeClr>
                </a:solidFill>
                <a:latin typeface="Open Sans"/>
                <a:ea typeface="Open Sans"/>
                <a:cs typeface="Open Sans"/>
              </a:rPr>
              <a:t>In Causal Language Modeling (CLM), the model reads words from left to right, and a mask hides all future words at each position.</a:t>
            </a:r>
          </a:p>
        </p:txBody>
      </p:sp>
      <p:sp>
        <p:nvSpPr>
          <p:cNvPr id="8" name="Google Shape;343;p43">
            <a:extLst>
              <a:ext uri="{FF2B5EF4-FFF2-40B4-BE49-F238E27FC236}">
                <a16:creationId xmlns:a16="http://schemas.microsoft.com/office/drawing/2014/main" id="{45F9B2EF-A254-4E89-934A-B15C3B1C1887}"/>
              </a:ext>
            </a:extLst>
          </p:cNvPr>
          <p:cNvSpPr/>
          <p:nvPr/>
        </p:nvSpPr>
        <p:spPr>
          <a:xfrm>
            <a:off x="8351689" y="3881289"/>
            <a:ext cx="7362092" cy="1875692"/>
          </a:xfrm>
          <a:prstGeom prst="roundRect">
            <a:avLst>
              <a:gd name="adj" fmla="val 11839"/>
            </a:avLst>
          </a:prstGeom>
          <a:solidFill>
            <a:srgbClr val="162E5D"/>
          </a:solidFill>
          <a:ln>
            <a:noFill/>
          </a:ln>
        </p:spPr>
        <p:txBody>
          <a:bodyPr spcFirstLastPara="1" wrap="square" lIns="91425" tIns="45700" rIns="91425" bIns="45700" anchor="ctr" anchorCtr="0">
            <a:noAutofit/>
          </a:bodyPr>
          <a:lstStyle/>
          <a:p>
            <a:pPr lvl="0" algn="ctr">
              <a:lnSpc>
                <a:spcPct val="115000"/>
              </a:lnSpc>
              <a:spcBef>
                <a:spcPts val="1100"/>
              </a:spcBef>
            </a:pPr>
            <a:r>
              <a:rPr lang="en-US" sz="2200" dirty="0">
                <a:solidFill>
                  <a:schemeClr val="bg1"/>
                </a:solidFill>
                <a:latin typeface="Open Sans"/>
                <a:ea typeface="Open Sans"/>
                <a:cs typeface="Open Sans"/>
              </a:rPr>
              <a:t>The model attempts to predict the next word at every position by leveraging only the words that come before it.</a:t>
            </a:r>
          </a:p>
        </p:txBody>
      </p:sp>
      <p:sp>
        <p:nvSpPr>
          <p:cNvPr id="7" name="Brandline_LVC">
            <a:extLst>
              <a:ext uri="{FF2B5EF4-FFF2-40B4-BE49-F238E27FC236}">
                <a16:creationId xmlns:a16="http://schemas.microsoft.com/office/drawing/2014/main" id="{72EC0072-7D96-DD6C-14B3-EB51481265E2}"/>
              </a:ext>
            </a:extLst>
          </p:cNvPr>
          <p:cNvSpPr/>
          <p:nvPr/>
        </p:nvSpPr>
        <p:spPr>
          <a:xfrm>
            <a:off x="4208000" y="816352"/>
            <a:ext cx="784000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1.png">
            <a:extLst>
              <a:ext uri="{FF2B5EF4-FFF2-40B4-BE49-F238E27FC236}">
                <a16:creationId xmlns:a16="http://schemas.microsoft.com/office/drawing/2014/main" id="{A0E05AEE-0D80-5968-4DAD-500E4ED08C40}"/>
              </a:ext>
            </a:extLst>
          </p:cNvPr>
          <p:cNvPicPr/>
          <p:nvPr/>
        </p:nvPicPr>
        <p:blipFill>
          <a:blip r:embed="rId3"/>
          <a:stretch>
            <a:fillRect/>
          </a:stretch>
        </p:blipFill>
        <p:spPr>
          <a:xfrm>
            <a:off x="1374767" y="3023378"/>
            <a:ext cx="6201464" cy="4140284"/>
          </a:xfrm>
          <a:prstGeom prst="rect">
            <a:avLst/>
          </a:prstGeom>
        </p:spPr>
      </p:pic>
    </p:spTree>
    <p:extLst>
      <p:ext uri="{BB962C8B-B14F-4D97-AF65-F5344CB8AC3E}">
        <p14:creationId xmlns:p14="http://schemas.microsoft.com/office/powerpoint/2010/main" val="34850124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Use Cases for GPT</a:t>
            </a:r>
          </a:p>
        </p:txBody>
      </p:sp>
      <p:grpSp>
        <p:nvGrpSpPr>
          <p:cNvPr id="7" name="Group 6">
            <a:extLst>
              <a:ext uri="{FF2B5EF4-FFF2-40B4-BE49-F238E27FC236}">
                <a16:creationId xmlns:a16="http://schemas.microsoft.com/office/drawing/2014/main" id="{7FD28C0E-93B7-4228-B516-9F7831E36AFD}"/>
              </a:ext>
            </a:extLst>
          </p:cNvPr>
          <p:cNvGrpSpPr/>
          <p:nvPr/>
        </p:nvGrpSpPr>
        <p:grpSpPr>
          <a:xfrm>
            <a:off x="5389519" y="2905446"/>
            <a:ext cx="5813598" cy="1797755"/>
            <a:chOff x="2148046" y="3051187"/>
            <a:chExt cx="5813598" cy="1797755"/>
          </a:xfrm>
        </p:grpSpPr>
        <p:sp>
          <p:nvSpPr>
            <p:cNvPr id="8" name="TextBox 7">
              <a:extLst>
                <a:ext uri="{FF2B5EF4-FFF2-40B4-BE49-F238E27FC236}">
                  <a16:creationId xmlns:a16="http://schemas.microsoft.com/office/drawing/2014/main" id="{A664098D-3F40-4495-B960-20CF0393327C}"/>
                </a:ext>
              </a:extLst>
            </p:cNvPr>
            <p:cNvSpPr txBox="1"/>
            <p:nvPr/>
          </p:nvSpPr>
          <p:spPr>
            <a:xfrm>
              <a:off x="4188542" y="3143176"/>
              <a:ext cx="3773102" cy="1613775"/>
            </a:xfrm>
            <a:prstGeom prst="rect">
              <a:avLst/>
            </a:prstGeom>
            <a:noFill/>
          </p:spPr>
          <p:txBody>
            <a:bodyPr wrap="square" lIns="91440" tIns="45720" rIns="91440" bIns="45720" numCol="1" spcCol="640080" rtlCol="0" anchor="ctr">
              <a:spAutoFit/>
            </a:bodyPr>
            <a:lstStyle/>
            <a:p>
              <a:pPr defTabSz="1625579">
                <a:lnSpc>
                  <a:spcPct val="114000"/>
                </a:lnSpc>
                <a:spcBef>
                  <a:spcPts val="1100"/>
                </a:spcBef>
              </a:pP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Text generation:</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It</a:t>
              </a: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 creates articles, stories, and marketing copy.</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17" name="Group 16">
              <a:extLst>
                <a:ext uri="{FF2B5EF4-FFF2-40B4-BE49-F238E27FC236}">
                  <a16:creationId xmlns:a16="http://schemas.microsoft.com/office/drawing/2014/main" id="{7F3E795C-C182-D4EB-6DB9-4918CF51EEB0}"/>
                </a:ext>
              </a:extLst>
            </p:cNvPr>
            <p:cNvGrpSpPr/>
            <p:nvPr/>
          </p:nvGrpSpPr>
          <p:grpSpPr>
            <a:xfrm>
              <a:off x="2148046" y="3051187"/>
              <a:ext cx="1797755" cy="1797755"/>
              <a:chOff x="2686405" y="2675003"/>
              <a:chExt cx="2632092" cy="2632092"/>
            </a:xfrm>
          </p:grpSpPr>
          <p:sp>
            <p:nvSpPr>
              <p:cNvPr id="4" name="Oval 3">
                <a:extLst>
                  <a:ext uri="{FF2B5EF4-FFF2-40B4-BE49-F238E27FC236}">
                    <a16:creationId xmlns:a16="http://schemas.microsoft.com/office/drawing/2014/main" id="{91F948FE-C425-AA56-467B-CCFEA3EB6DAD}"/>
                  </a:ext>
                </a:extLst>
              </p:cNvPr>
              <p:cNvSpPr/>
              <p:nvPr/>
            </p:nvSpPr>
            <p:spPr>
              <a:xfrm>
                <a:off x="2686405" y="2675003"/>
                <a:ext cx="2632092" cy="2632092"/>
              </a:xfrm>
              <a:prstGeom prst="ellipse">
                <a:avLst/>
              </a:prstGeom>
              <a:solidFill>
                <a:srgbClr val="E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054" name="Picture 6">
                <a:extLst>
                  <a:ext uri="{FF2B5EF4-FFF2-40B4-BE49-F238E27FC236}">
                    <a16:creationId xmlns:a16="http://schemas.microsoft.com/office/drawing/2014/main" id="{8E39E514-E9D8-15E5-DC53-5D2ED28D65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0489" y="3230685"/>
                <a:ext cx="1643923" cy="1643923"/>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0" name="Group 9">
            <a:extLst>
              <a:ext uri="{FF2B5EF4-FFF2-40B4-BE49-F238E27FC236}">
                <a16:creationId xmlns:a16="http://schemas.microsoft.com/office/drawing/2014/main" id="{9E61CD1C-1AA3-744C-ABA8-8280DCBE284B}"/>
              </a:ext>
            </a:extLst>
          </p:cNvPr>
          <p:cNvGrpSpPr/>
          <p:nvPr/>
        </p:nvGrpSpPr>
        <p:grpSpPr>
          <a:xfrm>
            <a:off x="5327215" y="5922216"/>
            <a:ext cx="5815077" cy="1797755"/>
            <a:chOff x="9161169" y="3051187"/>
            <a:chExt cx="5815077" cy="1797755"/>
          </a:xfrm>
        </p:grpSpPr>
        <p:sp>
          <p:nvSpPr>
            <p:cNvPr id="20" name="TextBox 19">
              <a:extLst>
                <a:ext uri="{FF2B5EF4-FFF2-40B4-BE49-F238E27FC236}">
                  <a16:creationId xmlns:a16="http://schemas.microsoft.com/office/drawing/2014/main" id="{AB94658C-904C-47A2-BB20-8AF80B1ABB4F}"/>
                </a:ext>
              </a:extLst>
            </p:cNvPr>
            <p:cNvSpPr txBox="1"/>
            <p:nvPr/>
          </p:nvSpPr>
          <p:spPr>
            <a:xfrm>
              <a:off x="11174989" y="3336146"/>
              <a:ext cx="3801257" cy="1227837"/>
            </a:xfrm>
            <a:prstGeom prst="rect">
              <a:avLst/>
            </a:prstGeom>
            <a:noFill/>
          </p:spPr>
          <p:txBody>
            <a:bodyPr wrap="square" numCol="1" spcCol="640080" rtlCol="0" anchor="ctr">
              <a:spAutoFit/>
            </a:bodyPr>
            <a:lstStyle/>
            <a:p>
              <a:pPr defTabSz="1625579">
                <a:lnSpc>
                  <a:spcPct val="114000"/>
                </a:lnSpc>
                <a:spcBef>
                  <a:spcPts val="1100"/>
                </a:spcBef>
              </a:pPr>
              <a:r>
                <a:rPr lang="en-IN"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Conversational AI:</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It </a:t>
              </a: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powers chatbots and virtual assistants.</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31" name="Group 30">
              <a:extLst>
                <a:ext uri="{FF2B5EF4-FFF2-40B4-BE49-F238E27FC236}">
                  <a16:creationId xmlns:a16="http://schemas.microsoft.com/office/drawing/2014/main" id="{B7BEA362-0A52-2000-494F-1AFDD3998733}"/>
                </a:ext>
              </a:extLst>
            </p:cNvPr>
            <p:cNvGrpSpPr/>
            <p:nvPr/>
          </p:nvGrpSpPr>
          <p:grpSpPr>
            <a:xfrm>
              <a:off x="9161169" y="3051187"/>
              <a:ext cx="1797755" cy="1797755"/>
              <a:chOff x="10827323" y="4871149"/>
              <a:chExt cx="2632092" cy="2632092"/>
            </a:xfrm>
          </p:grpSpPr>
          <p:sp>
            <p:nvSpPr>
              <p:cNvPr id="30" name="Oval 29">
                <a:extLst>
                  <a:ext uri="{FF2B5EF4-FFF2-40B4-BE49-F238E27FC236}">
                    <a16:creationId xmlns:a16="http://schemas.microsoft.com/office/drawing/2014/main" id="{C24BF536-6C55-9A9F-A3B3-3917F7341DFC}"/>
                  </a:ext>
                </a:extLst>
              </p:cNvPr>
              <p:cNvSpPr/>
              <p:nvPr/>
            </p:nvSpPr>
            <p:spPr>
              <a:xfrm>
                <a:off x="10827323" y="4871149"/>
                <a:ext cx="2632092" cy="2632092"/>
              </a:xfrm>
              <a:prstGeom prst="ellipse">
                <a:avLst/>
              </a:prstGeom>
              <a:solidFill>
                <a:srgbClr val="E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058" name="Picture 10">
                <a:extLst>
                  <a:ext uri="{FF2B5EF4-FFF2-40B4-BE49-F238E27FC236}">
                    <a16:creationId xmlns:a16="http://schemas.microsoft.com/office/drawing/2014/main" id="{0057EF28-550E-9B9D-968E-F61DC18BAF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62167" y="5545841"/>
                <a:ext cx="1353072" cy="1353072"/>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4" name="Rounded Rectangle 33">
            <a:extLst>
              <a:ext uri="{FF2B5EF4-FFF2-40B4-BE49-F238E27FC236}">
                <a16:creationId xmlns:a16="http://schemas.microsoft.com/office/drawing/2014/main" id="{B4E64ED7-9F98-1880-8F67-A378674125D9}"/>
              </a:ext>
            </a:extLst>
          </p:cNvPr>
          <p:cNvSpPr/>
          <p:nvPr/>
        </p:nvSpPr>
        <p:spPr>
          <a:xfrm>
            <a:off x="5052883" y="2565147"/>
            <a:ext cx="6150234" cy="2483777"/>
          </a:xfrm>
          <a:prstGeom prst="roundRect">
            <a:avLst/>
          </a:prstGeom>
          <a:no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5" name="Rounded Rectangle 34">
            <a:extLst>
              <a:ext uri="{FF2B5EF4-FFF2-40B4-BE49-F238E27FC236}">
                <a16:creationId xmlns:a16="http://schemas.microsoft.com/office/drawing/2014/main" id="{1BBCEA94-2C4D-0DBB-B649-7A68225882D5}"/>
              </a:ext>
            </a:extLst>
          </p:cNvPr>
          <p:cNvSpPr/>
          <p:nvPr/>
        </p:nvSpPr>
        <p:spPr>
          <a:xfrm>
            <a:off x="5052883" y="5581917"/>
            <a:ext cx="6150234" cy="2483777"/>
          </a:xfrm>
          <a:prstGeom prst="roundRect">
            <a:avLst/>
          </a:prstGeom>
          <a:no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Brandline_LVC">
            <a:extLst>
              <a:ext uri="{FF2B5EF4-FFF2-40B4-BE49-F238E27FC236}">
                <a16:creationId xmlns:a16="http://schemas.microsoft.com/office/drawing/2014/main" id="{3EDD55AB-7EFE-E5FD-98AE-84385AD80C5D}"/>
              </a:ext>
            </a:extLst>
          </p:cNvPr>
          <p:cNvSpPr/>
          <p:nvPr/>
        </p:nvSpPr>
        <p:spPr>
          <a:xfrm>
            <a:off x="6045500" y="816352"/>
            <a:ext cx="416500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43181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Use Cases for GPT</a:t>
            </a:r>
          </a:p>
        </p:txBody>
      </p:sp>
      <p:grpSp>
        <p:nvGrpSpPr>
          <p:cNvPr id="15" name="Group 14">
            <a:extLst>
              <a:ext uri="{FF2B5EF4-FFF2-40B4-BE49-F238E27FC236}">
                <a16:creationId xmlns:a16="http://schemas.microsoft.com/office/drawing/2014/main" id="{22C34B9E-9FA5-B1A1-E787-85601D45455E}"/>
              </a:ext>
            </a:extLst>
          </p:cNvPr>
          <p:cNvGrpSpPr/>
          <p:nvPr/>
        </p:nvGrpSpPr>
        <p:grpSpPr>
          <a:xfrm>
            <a:off x="5052883" y="2317110"/>
            <a:ext cx="6150235" cy="5473788"/>
            <a:chOff x="8551147" y="2317110"/>
            <a:chExt cx="6150235" cy="5473788"/>
          </a:xfrm>
        </p:grpSpPr>
        <p:grpSp>
          <p:nvGrpSpPr>
            <p:cNvPr id="6" name="Group 5">
              <a:extLst>
                <a:ext uri="{FF2B5EF4-FFF2-40B4-BE49-F238E27FC236}">
                  <a16:creationId xmlns:a16="http://schemas.microsoft.com/office/drawing/2014/main" id="{ECAD8BCA-7169-67F8-7223-C800623CCCD9}"/>
                </a:ext>
              </a:extLst>
            </p:cNvPr>
            <p:cNvGrpSpPr/>
            <p:nvPr/>
          </p:nvGrpSpPr>
          <p:grpSpPr>
            <a:xfrm>
              <a:off x="8652721" y="5650131"/>
              <a:ext cx="6048660" cy="1797755"/>
              <a:chOff x="9102064" y="5989662"/>
              <a:chExt cx="6048660" cy="1797755"/>
            </a:xfrm>
          </p:grpSpPr>
          <p:sp>
            <p:nvSpPr>
              <p:cNvPr id="13" name="TextBox 12">
                <a:extLst>
                  <a:ext uri="{FF2B5EF4-FFF2-40B4-BE49-F238E27FC236}">
                    <a16:creationId xmlns:a16="http://schemas.microsoft.com/office/drawing/2014/main" id="{AE584F28-5EF7-4F58-A132-3CB82B08EC3E}"/>
                  </a:ext>
                </a:extLst>
              </p:cNvPr>
              <p:cNvSpPr txBox="1"/>
              <p:nvPr/>
            </p:nvSpPr>
            <p:spPr>
              <a:xfrm>
                <a:off x="11048128" y="6274621"/>
                <a:ext cx="4102596" cy="1227837"/>
              </a:xfrm>
              <a:prstGeom prst="rect">
                <a:avLst/>
              </a:prstGeom>
              <a:noFill/>
            </p:spPr>
            <p:txBody>
              <a:bodyPr wrap="square" numCol="1" spcCol="640080" rtlCol="0" anchor="ctr">
                <a:spAutoFit/>
              </a:bodyPr>
              <a:lstStyle/>
              <a:p>
                <a:pPr defTabSz="1625579">
                  <a:lnSpc>
                    <a:spcPct val="114000"/>
                  </a:lnSpc>
                  <a:spcBef>
                    <a:spcPts val="1100"/>
                  </a:spcBef>
                </a:pPr>
                <a:r>
                  <a:rPr lang="en-IN"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Text summarization:</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It</a:t>
                </a: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 condenses long documents into short summaries.</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3" name="Group 2">
                <a:extLst>
                  <a:ext uri="{FF2B5EF4-FFF2-40B4-BE49-F238E27FC236}">
                    <a16:creationId xmlns:a16="http://schemas.microsoft.com/office/drawing/2014/main" id="{DE3EB970-8F84-9F36-CBDA-38F86ED92F3E}"/>
                  </a:ext>
                </a:extLst>
              </p:cNvPr>
              <p:cNvGrpSpPr/>
              <p:nvPr/>
            </p:nvGrpSpPr>
            <p:grpSpPr>
              <a:xfrm>
                <a:off x="9102064" y="5989662"/>
                <a:ext cx="1797755" cy="1797755"/>
                <a:chOff x="1034328" y="1010499"/>
                <a:chExt cx="2632092" cy="2632092"/>
              </a:xfrm>
            </p:grpSpPr>
            <p:sp>
              <p:nvSpPr>
                <p:cNvPr id="2" name="Oval 1">
                  <a:extLst>
                    <a:ext uri="{FF2B5EF4-FFF2-40B4-BE49-F238E27FC236}">
                      <a16:creationId xmlns:a16="http://schemas.microsoft.com/office/drawing/2014/main" id="{D58DF36B-56A8-8100-4EDB-3F51C36F3CA5}"/>
                    </a:ext>
                  </a:extLst>
                </p:cNvPr>
                <p:cNvSpPr/>
                <p:nvPr/>
              </p:nvSpPr>
              <p:spPr>
                <a:xfrm>
                  <a:off x="1034328" y="1010499"/>
                  <a:ext cx="2632092" cy="2632092"/>
                </a:xfrm>
                <a:prstGeom prst="ellipse">
                  <a:avLst/>
                </a:prstGeom>
                <a:solidFill>
                  <a:srgbClr val="E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052" name="Picture 4">
                  <a:extLst>
                    <a:ext uri="{FF2B5EF4-FFF2-40B4-BE49-F238E27FC236}">
                      <a16:creationId xmlns:a16="http://schemas.microsoft.com/office/drawing/2014/main" id="{85C08318-6B18-918D-5B32-139BFEBD44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8413" y="1506511"/>
                  <a:ext cx="1643923" cy="1643923"/>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9" name="Group 8">
              <a:extLst>
                <a:ext uri="{FF2B5EF4-FFF2-40B4-BE49-F238E27FC236}">
                  <a16:creationId xmlns:a16="http://schemas.microsoft.com/office/drawing/2014/main" id="{5B3A159D-2FF6-A249-F340-1E8F3A27CBA0}"/>
                </a:ext>
              </a:extLst>
            </p:cNvPr>
            <p:cNvGrpSpPr/>
            <p:nvPr/>
          </p:nvGrpSpPr>
          <p:grpSpPr>
            <a:xfrm>
              <a:off x="9074880" y="2660120"/>
              <a:ext cx="5626502" cy="1797755"/>
              <a:chOff x="2148046" y="5989664"/>
              <a:chExt cx="5626502" cy="1797755"/>
            </a:xfrm>
          </p:grpSpPr>
          <p:sp>
            <p:nvSpPr>
              <p:cNvPr id="25" name="TextBox 24">
                <a:extLst>
                  <a:ext uri="{FF2B5EF4-FFF2-40B4-BE49-F238E27FC236}">
                    <a16:creationId xmlns:a16="http://schemas.microsoft.com/office/drawing/2014/main" id="{E6BB92C9-8E21-4D06-96F3-65F23810934F}"/>
                  </a:ext>
                </a:extLst>
              </p:cNvPr>
              <p:cNvSpPr txBox="1"/>
              <p:nvPr/>
            </p:nvSpPr>
            <p:spPr>
              <a:xfrm>
                <a:off x="3945802" y="6082295"/>
                <a:ext cx="3828746" cy="1612493"/>
              </a:xfrm>
              <a:prstGeom prst="rect">
                <a:avLst/>
              </a:prstGeom>
              <a:noFill/>
            </p:spPr>
            <p:txBody>
              <a:bodyPr wrap="square" numCol="1" spcCol="640080" rtlCol="0" anchor="ctr">
                <a:spAutoFit/>
              </a:bodyPr>
              <a:lstStyle/>
              <a:p>
                <a:pPr defTabSz="1625579">
                  <a:lnSpc>
                    <a:spcPct val="114000"/>
                  </a:lnSpc>
                  <a:spcBef>
                    <a:spcPts val="1100"/>
                  </a:spcBef>
                </a:pPr>
                <a:r>
                  <a:rPr lang="en-IN"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Code generation:</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It</a:t>
                </a: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 writes and completes code from plain-language prompts.</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29" name="Group 28">
                <a:extLst>
                  <a:ext uri="{FF2B5EF4-FFF2-40B4-BE49-F238E27FC236}">
                    <a16:creationId xmlns:a16="http://schemas.microsoft.com/office/drawing/2014/main" id="{5D554FC0-292F-5D2E-827E-5EF769A828FF}"/>
                  </a:ext>
                </a:extLst>
              </p:cNvPr>
              <p:cNvGrpSpPr/>
              <p:nvPr/>
            </p:nvGrpSpPr>
            <p:grpSpPr>
              <a:xfrm>
                <a:off x="2148046" y="5989664"/>
                <a:ext cx="1797755" cy="1797755"/>
                <a:chOff x="12581426" y="1882500"/>
                <a:chExt cx="2632092" cy="2632092"/>
              </a:xfrm>
            </p:grpSpPr>
            <p:sp>
              <p:nvSpPr>
                <p:cNvPr id="28" name="Oval 27">
                  <a:extLst>
                    <a:ext uri="{FF2B5EF4-FFF2-40B4-BE49-F238E27FC236}">
                      <a16:creationId xmlns:a16="http://schemas.microsoft.com/office/drawing/2014/main" id="{0B94A60E-A182-54E1-95C6-7AB7F68D1D3F}"/>
                    </a:ext>
                  </a:extLst>
                </p:cNvPr>
                <p:cNvSpPr/>
                <p:nvPr/>
              </p:nvSpPr>
              <p:spPr>
                <a:xfrm>
                  <a:off x="12581426" y="1882500"/>
                  <a:ext cx="2632092" cy="2632092"/>
                </a:xfrm>
                <a:prstGeom prst="ellipse">
                  <a:avLst/>
                </a:prstGeom>
                <a:solidFill>
                  <a:srgbClr val="E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056" name="Picture 8">
                  <a:extLst>
                    <a:ext uri="{FF2B5EF4-FFF2-40B4-BE49-F238E27FC236}">
                      <a16:creationId xmlns:a16="http://schemas.microsoft.com/office/drawing/2014/main" id="{5E31E99E-F439-0455-7C0C-3D0B7DFB17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75511" y="2376585"/>
                  <a:ext cx="1643923" cy="1643923"/>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9" name="Rounded Rectangle 38">
              <a:extLst>
                <a:ext uri="{FF2B5EF4-FFF2-40B4-BE49-F238E27FC236}">
                  <a16:creationId xmlns:a16="http://schemas.microsoft.com/office/drawing/2014/main" id="{1CA74428-0D70-9027-1802-460EFF992820}"/>
                </a:ext>
              </a:extLst>
            </p:cNvPr>
            <p:cNvSpPr/>
            <p:nvPr/>
          </p:nvSpPr>
          <p:spPr>
            <a:xfrm>
              <a:off x="8551147" y="2317110"/>
              <a:ext cx="6150234" cy="2483777"/>
            </a:xfrm>
            <a:prstGeom prst="roundRect">
              <a:avLst/>
            </a:prstGeom>
            <a:no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0" name="Rounded Rectangle 39">
              <a:extLst>
                <a:ext uri="{FF2B5EF4-FFF2-40B4-BE49-F238E27FC236}">
                  <a16:creationId xmlns:a16="http://schemas.microsoft.com/office/drawing/2014/main" id="{FB4AB0D1-B6BD-DE3C-A6A1-C19749DE3D47}"/>
                </a:ext>
              </a:extLst>
            </p:cNvPr>
            <p:cNvSpPr/>
            <p:nvPr/>
          </p:nvSpPr>
          <p:spPr>
            <a:xfrm>
              <a:off x="8551147" y="5307121"/>
              <a:ext cx="6150234" cy="2483777"/>
            </a:xfrm>
            <a:prstGeom prst="roundRect">
              <a:avLst/>
            </a:prstGeom>
            <a:no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sp>
        <p:nvSpPr>
          <p:cNvPr id="11" name="Brandline_LVC">
            <a:extLst>
              <a:ext uri="{FF2B5EF4-FFF2-40B4-BE49-F238E27FC236}">
                <a16:creationId xmlns:a16="http://schemas.microsoft.com/office/drawing/2014/main" id="{3EDD55AB-7EFE-E5FD-98AE-84385AD80C5D}"/>
              </a:ext>
            </a:extLst>
          </p:cNvPr>
          <p:cNvSpPr/>
          <p:nvPr/>
        </p:nvSpPr>
        <p:spPr>
          <a:xfrm>
            <a:off x="6045500" y="816352"/>
            <a:ext cx="416500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37994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5"/>
          <p:cNvSpPr txBox="1">
            <a:spLocks noGrp="1"/>
          </p:cNvSpPr>
          <p:nvPr>
            <p:ph type="body" idx="10"/>
          </p:nvPr>
        </p:nvSpPr>
        <p:spPr>
          <a:xfrm>
            <a:off x="0" y="4114800"/>
            <a:ext cx="16256001" cy="914400"/>
          </a:xfrm>
          <a:noFill/>
          <a:ln>
            <a:noFill/>
          </a:ln>
        </p:spPr>
        <p:txBody>
          <a:bodyPr spcFirstLastPara="1" wrap="square" lIns="91425" tIns="91425" rIns="91425" bIns="91425" anchor="t" anchorCtr="0">
            <a:noAutofit/>
          </a:bodyPr>
          <a:lstStyle/>
          <a:p>
            <a:r>
              <a:rPr lang="en-US" dirty="0"/>
              <a:t>Introduction to T5 Model</a:t>
            </a:r>
          </a:p>
        </p:txBody>
      </p:sp>
    </p:spTree>
    <p:extLst>
      <p:ext uri="{BB962C8B-B14F-4D97-AF65-F5344CB8AC3E}">
        <p14:creationId xmlns:p14="http://schemas.microsoft.com/office/powerpoint/2010/main" val="7964558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T5 Model</a:t>
            </a:r>
          </a:p>
        </p:txBody>
      </p:sp>
      <p:sp>
        <p:nvSpPr>
          <p:cNvPr id="5" name="Google Shape;343;p43"/>
          <p:cNvSpPr/>
          <p:nvPr/>
        </p:nvSpPr>
        <p:spPr>
          <a:xfrm>
            <a:off x="2636199" y="999380"/>
            <a:ext cx="10983602" cy="980943"/>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5000"/>
              </a:lnSpc>
              <a:spcBef>
                <a:spcPts val="1100"/>
              </a:spcBef>
            </a:pPr>
            <a:r>
              <a:rPr lang="en-US" sz="2200" dirty="0">
                <a:solidFill>
                  <a:schemeClr val="tx1">
                    <a:lumMod val="75000"/>
                    <a:lumOff val="25000"/>
                  </a:schemeClr>
                </a:solidFill>
                <a:latin typeface="Open Sans"/>
                <a:ea typeface="Open Sans"/>
                <a:cs typeface="Open Sans"/>
              </a:rPr>
              <a:t>T5 stands for Text-to-Text Transfer Transformer.</a:t>
            </a:r>
          </a:p>
        </p:txBody>
      </p:sp>
      <p:sp>
        <p:nvSpPr>
          <p:cNvPr id="16" name="Google Shape;343;p43">
            <a:extLst>
              <a:ext uri="{FF2B5EF4-FFF2-40B4-BE49-F238E27FC236}">
                <a16:creationId xmlns:a16="http://schemas.microsoft.com/office/drawing/2014/main" id="{057D45A3-CD25-4111-AEF8-D74FA89C2970}"/>
              </a:ext>
            </a:extLst>
          </p:cNvPr>
          <p:cNvSpPr/>
          <p:nvPr/>
        </p:nvSpPr>
        <p:spPr>
          <a:xfrm>
            <a:off x="1942610" y="6816080"/>
            <a:ext cx="12370780" cy="980943"/>
          </a:xfrm>
          <a:prstGeom prst="roundRect">
            <a:avLst>
              <a:gd name="adj" fmla="val 11839"/>
            </a:avLst>
          </a:prstGeom>
          <a:noFill/>
          <a:ln>
            <a:noFill/>
          </a:ln>
        </p:spPr>
        <p:txBody>
          <a:bodyPr spcFirstLastPara="1" wrap="square" lIns="91425" tIns="45700" rIns="91425" bIns="45700" anchor="ctr" anchorCtr="0">
            <a:noAutofit/>
          </a:bodyPr>
          <a:lstStyle/>
          <a:p>
            <a:pPr algn="ctr">
              <a:lnSpc>
                <a:spcPct val="115000"/>
              </a:lnSpc>
              <a:spcBef>
                <a:spcPts val="1100"/>
              </a:spcBef>
            </a:pPr>
            <a:r>
              <a:rPr lang="en-US" sz="2200" dirty="0">
                <a:solidFill>
                  <a:schemeClr val="tx1">
                    <a:lumMod val="75000"/>
                    <a:lumOff val="25000"/>
                  </a:schemeClr>
                </a:solidFill>
                <a:latin typeface="Open Sans"/>
                <a:ea typeface="Open Sans"/>
                <a:cs typeface="Open Sans"/>
              </a:rPr>
              <a:t>A task prefix, such as “summarize:” or “translate English to German:”, tells the model which task to perform.</a:t>
            </a:r>
          </a:p>
        </p:txBody>
      </p:sp>
      <p:grpSp>
        <p:nvGrpSpPr>
          <p:cNvPr id="18" name="Group 17">
            <a:extLst>
              <a:ext uri="{FF2B5EF4-FFF2-40B4-BE49-F238E27FC236}">
                <a16:creationId xmlns:a16="http://schemas.microsoft.com/office/drawing/2014/main" id="{DC764BBA-6B35-918D-D069-C66BD691CE65}"/>
              </a:ext>
            </a:extLst>
          </p:cNvPr>
          <p:cNvGrpSpPr/>
          <p:nvPr/>
        </p:nvGrpSpPr>
        <p:grpSpPr>
          <a:xfrm>
            <a:off x="1575158" y="2973647"/>
            <a:ext cx="13105685" cy="3171130"/>
            <a:chOff x="1612900" y="2973647"/>
            <a:chExt cx="13105685" cy="3171130"/>
          </a:xfrm>
        </p:grpSpPr>
        <p:grpSp>
          <p:nvGrpSpPr>
            <p:cNvPr id="13" name="Group 12">
              <a:extLst>
                <a:ext uri="{FF2B5EF4-FFF2-40B4-BE49-F238E27FC236}">
                  <a16:creationId xmlns:a16="http://schemas.microsoft.com/office/drawing/2014/main" id="{C0D23263-B661-66B7-DBD0-25C6644D9436}"/>
                </a:ext>
              </a:extLst>
            </p:cNvPr>
            <p:cNvGrpSpPr/>
            <p:nvPr/>
          </p:nvGrpSpPr>
          <p:grpSpPr>
            <a:xfrm>
              <a:off x="1612900" y="3191155"/>
              <a:ext cx="5522258" cy="2904565"/>
              <a:chOff x="5109884" y="3406117"/>
              <a:chExt cx="5522258" cy="2904565"/>
            </a:xfrm>
          </p:grpSpPr>
          <p:sp>
            <p:nvSpPr>
              <p:cNvPr id="2" name="Rounded Rectangle 1">
                <a:extLst>
                  <a:ext uri="{FF2B5EF4-FFF2-40B4-BE49-F238E27FC236}">
                    <a16:creationId xmlns:a16="http://schemas.microsoft.com/office/drawing/2014/main" id="{40F67E1E-6DD8-082D-F6C8-0A942AE32F9C}"/>
                  </a:ext>
                </a:extLst>
              </p:cNvPr>
              <p:cNvSpPr/>
              <p:nvPr/>
            </p:nvSpPr>
            <p:spPr>
              <a:xfrm>
                <a:off x="5109884" y="3406117"/>
                <a:ext cx="5522258" cy="2904565"/>
              </a:xfrm>
              <a:prstGeom prst="roundRect">
                <a:avLst>
                  <a:gd name="adj" fmla="val 7408"/>
                </a:avLst>
              </a:prstGeom>
              <a:solidFill>
                <a:srgbClr val="162E5D"/>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C24DB96E-50BF-72E7-0B3B-4546699B18D0}"/>
                  </a:ext>
                </a:extLst>
              </p:cNvPr>
              <p:cNvSpPr/>
              <p:nvPr/>
            </p:nvSpPr>
            <p:spPr>
              <a:xfrm>
                <a:off x="5369861" y="3684024"/>
                <a:ext cx="672352" cy="2395660"/>
              </a:xfrm>
              <a:prstGeom prst="roundRect">
                <a:avLst>
                  <a:gd name="adj" fmla="val 7408"/>
                </a:avLst>
              </a:prstGeom>
              <a:solidFill>
                <a:srgbClr val="0483EF"/>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200">
                    <a:latin typeface="Open Sans" panose="020B0606030504020204" pitchFamily="34" charset="0"/>
                    <a:ea typeface="Open Sans" panose="020B0606030504020204" pitchFamily="34" charset="0"/>
                    <a:cs typeface="Open Sans" panose="020B0606030504020204" pitchFamily="34" charset="0"/>
                  </a:rPr>
                  <a:t>Encoder</a:t>
                </a:r>
              </a:p>
            </p:txBody>
          </p:sp>
          <p:sp>
            <p:nvSpPr>
              <p:cNvPr id="4" name="Rounded Rectangle 3">
                <a:extLst>
                  <a:ext uri="{FF2B5EF4-FFF2-40B4-BE49-F238E27FC236}">
                    <a16:creationId xmlns:a16="http://schemas.microsoft.com/office/drawing/2014/main" id="{652EF7BD-F851-A893-F8D2-D56600EAE70D}"/>
                  </a:ext>
                </a:extLst>
              </p:cNvPr>
              <p:cNvSpPr/>
              <p:nvPr/>
            </p:nvSpPr>
            <p:spPr>
              <a:xfrm>
                <a:off x="6230137" y="3684024"/>
                <a:ext cx="672352" cy="2395660"/>
              </a:xfrm>
              <a:prstGeom prst="roundRect">
                <a:avLst>
                  <a:gd name="adj" fmla="val 7408"/>
                </a:avLst>
              </a:prstGeom>
              <a:solidFill>
                <a:srgbClr val="0483EF"/>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200">
                    <a:latin typeface="Open Sans" panose="020B0606030504020204" pitchFamily="34" charset="0"/>
                    <a:ea typeface="Open Sans" panose="020B0606030504020204" pitchFamily="34" charset="0"/>
                    <a:cs typeface="Open Sans" panose="020B0606030504020204" pitchFamily="34" charset="0"/>
                  </a:rPr>
                  <a:t>Encoder</a:t>
                </a:r>
              </a:p>
            </p:txBody>
          </p:sp>
          <p:sp>
            <p:nvSpPr>
              <p:cNvPr id="6" name="Rounded Rectangle 5">
                <a:extLst>
                  <a:ext uri="{FF2B5EF4-FFF2-40B4-BE49-F238E27FC236}">
                    <a16:creationId xmlns:a16="http://schemas.microsoft.com/office/drawing/2014/main" id="{CE091811-6CAE-D963-C1BB-41DA621630A7}"/>
                  </a:ext>
                </a:extLst>
              </p:cNvPr>
              <p:cNvSpPr/>
              <p:nvPr/>
            </p:nvSpPr>
            <p:spPr>
              <a:xfrm>
                <a:off x="7090413" y="3684024"/>
                <a:ext cx="672352" cy="2395660"/>
              </a:xfrm>
              <a:prstGeom prst="roundRect">
                <a:avLst>
                  <a:gd name="adj" fmla="val 7408"/>
                </a:avLst>
              </a:prstGeom>
              <a:solidFill>
                <a:srgbClr val="0483EF"/>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200">
                    <a:latin typeface="Open Sans" panose="020B0606030504020204" pitchFamily="34" charset="0"/>
                    <a:ea typeface="Open Sans" panose="020B0606030504020204" pitchFamily="34" charset="0"/>
                    <a:cs typeface="Open Sans" panose="020B0606030504020204" pitchFamily="34" charset="0"/>
                  </a:rPr>
                  <a:t>Encoder</a:t>
                </a:r>
              </a:p>
            </p:txBody>
          </p:sp>
          <p:sp>
            <p:nvSpPr>
              <p:cNvPr id="7" name="Rounded Rectangle 6">
                <a:extLst>
                  <a:ext uri="{FF2B5EF4-FFF2-40B4-BE49-F238E27FC236}">
                    <a16:creationId xmlns:a16="http://schemas.microsoft.com/office/drawing/2014/main" id="{6C5B28A0-833A-A826-5371-D02617A8ACE9}"/>
                  </a:ext>
                </a:extLst>
              </p:cNvPr>
              <p:cNvSpPr/>
              <p:nvPr/>
            </p:nvSpPr>
            <p:spPr>
              <a:xfrm>
                <a:off x="7950689" y="3684024"/>
                <a:ext cx="672352" cy="2395660"/>
              </a:xfrm>
              <a:prstGeom prst="roundRect">
                <a:avLst>
                  <a:gd name="adj" fmla="val 7408"/>
                </a:avLst>
              </a:prstGeom>
              <a:solidFill>
                <a:srgbClr val="2E9E6B"/>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200">
                    <a:latin typeface="Open Sans" panose="020B0606030504020204" pitchFamily="34" charset="0"/>
                    <a:ea typeface="Open Sans" panose="020B0606030504020204" pitchFamily="34" charset="0"/>
                    <a:cs typeface="Open Sans" panose="020B0606030504020204" pitchFamily="34" charset="0"/>
                  </a:rPr>
                  <a:t>Decoder</a:t>
                </a:r>
              </a:p>
            </p:txBody>
          </p:sp>
          <p:sp>
            <p:nvSpPr>
              <p:cNvPr id="8" name="Rounded Rectangle 7">
                <a:extLst>
                  <a:ext uri="{FF2B5EF4-FFF2-40B4-BE49-F238E27FC236}">
                    <a16:creationId xmlns:a16="http://schemas.microsoft.com/office/drawing/2014/main" id="{669184BA-4B7A-FC90-2926-EABCEC8EC1F5}"/>
                  </a:ext>
                </a:extLst>
              </p:cNvPr>
              <p:cNvSpPr/>
              <p:nvPr/>
            </p:nvSpPr>
            <p:spPr>
              <a:xfrm>
                <a:off x="8810965" y="3684024"/>
                <a:ext cx="672352" cy="2395660"/>
              </a:xfrm>
              <a:prstGeom prst="roundRect">
                <a:avLst>
                  <a:gd name="adj" fmla="val 7408"/>
                </a:avLst>
              </a:prstGeom>
              <a:solidFill>
                <a:srgbClr val="2E9E6B"/>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200">
                    <a:latin typeface="Open Sans" panose="020B0606030504020204" pitchFamily="34" charset="0"/>
                    <a:ea typeface="Open Sans" panose="020B0606030504020204" pitchFamily="34" charset="0"/>
                    <a:cs typeface="Open Sans" panose="020B0606030504020204" pitchFamily="34" charset="0"/>
                  </a:rPr>
                  <a:t>Decoder</a:t>
                </a:r>
              </a:p>
            </p:txBody>
          </p:sp>
          <p:sp>
            <p:nvSpPr>
              <p:cNvPr id="9070" name="Rounded Rectangle 70">
                <a:extLst>
                  <a:ext uri="{FF2B5EF4-FFF2-40B4-BE49-F238E27FC236}"/>
                </a:extLst>
              </p:cNvPr>
              <p:cNvSpPr/>
              <p:nvPr/>
            </p:nvSpPr>
            <p:spPr>
              <a:xfrm>
                <a:off x="9671242" y="3684024"/>
                <a:ext cx="672352" cy="2395660"/>
              </a:xfrm>
              <a:prstGeom prst="roundRect">
                <a:avLst>
                  <a:gd name="adj" fmla="val 7408"/>
                </a:avLst>
              </a:prstGeom>
              <a:solidFill>
                <a:srgbClr val="2E9E6B"/>
              </a:solid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200">
                    <a:latin typeface="Open Sans" panose="020B0606030504020204" pitchFamily="34" charset="0"/>
                    <a:ea typeface="Open Sans" panose="020B0606030504020204" pitchFamily="34" charset="0"/>
                    <a:cs typeface="Open Sans" panose="020B0606030504020204" pitchFamily="34" charset="0"/>
                  </a:rPr>
                  <a:t>Decoder</a:t>
                </a:r>
              </a:p>
            </p:txBody>
          </p:sp>
          <p:grpSp>
            <p:nvGrpSpPr>
              <p:cNvPr id="12" name="Group 11">
                <a:extLst>
                  <a:ext uri="{FF2B5EF4-FFF2-40B4-BE49-F238E27FC236}">
                    <a16:creationId xmlns:a16="http://schemas.microsoft.com/office/drawing/2014/main" id="{251995DD-A491-AD9D-DE57-BBC2CD8934EC}"/>
                  </a:ext>
                </a:extLst>
              </p:cNvPr>
              <p:cNvGrpSpPr/>
              <p:nvPr/>
            </p:nvGrpSpPr>
            <p:grpSpPr>
              <a:xfrm>
                <a:off x="9170467" y="4472088"/>
                <a:ext cx="167588" cy="772622"/>
                <a:chOff x="9170467" y="4472088"/>
                <a:chExt cx="167588" cy="772622"/>
              </a:xfrm>
            </p:grpSpPr>
          </p:grpSp>
        </p:grpSp>
        <p:grpSp>
          <p:nvGrpSpPr>
            <p:cNvPr id="14" name="Group 13">
              <a:extLst>
                <a:ext uri="{FF2B5EF4-FFF2-40B4-BE49-F238E27FC236}">
                  <a16:creationId xmlns:a16="http://schemas.microsoft.com/office/drawing/2014/main" id="{FD8B2EAD-C594-E287-BB87-ED071BDCD946}"/>
                </a:ext>
              </a:extLst>
            </p:cNvPr>
            <p:cNvGrpSpPr/>
            <p:nvPr/>
          </p:nvGrpSpPr>
          <p:grpSpPr>
            <a:xfrm>
              <a:off x="7468344" y="2973647"/>
              <a:ext cx="7250241" cy="3171130"/>
              <a:chOff x="7553913" y="3160454"/>
              <a:chExt cx="7250241" cy="3171130"/>
            </a:xfrm>
          </p:grpSpPr>
          <p:sp>
            <p:nvSpPr>
              <p:cNvPr id="15" name="Rectangle: Rounded Corners 5">
                <a:extLst>
                  <a:ext uri="{FF2B5EF4-FFF2-40B4-BE49-F238E27FC236}">
                    <a16:creationId xmlns:a16="http://schemas.microsoft.com/office/drawing/2014/main" id="{E47F63C7-18DF-46A6-1633-5C6B90CA6D4E}"/>
                  </a:ext>
                </a:extLst>
              </p:cNvPr>
              <p:cNvSpPr/>
              <p:nvPr/>
            </p:nvSpPr>
            <p:spPr>
              <a:xfrm>
                <a:off x="7553913" y="3160454"/>
                <a:ext cx="7250241" cy="1411546"/>
              </a:xfrm>
              <a:prstGeom prst="roundRect">
                <a:avLst/>
              </a:prstGeom>
              <a:solidFill>
                <a:srgbClr val="E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5000"/>
                  </a:lnSpc>
                  <a:spcBef>
                    <a:spcPts val="1100"/>
                  </a:spcBef>
                </a:pPr>
                <a:r>
                  <a:rPr lang="en-US" sz="2200" dirty="0">
                    <a:solidFill>
                      <a:schemeClr val="tx1">
                        <a:lumMod val="75000"/>
                        <a:lumOff val="25000"/>
                      </a:schemeClr>
                    </a:solidFill>
                    <a:latin typeface="Open Sans"/>
                    <a:ea typeface="Open Sans"/>
                    <a:cs typeface="Open Sans"/>
                  </a:rPr>
                  <a:t>It uses the full transformer, with both a trained encoder stack and a decoder stack. </a:t>
                </a:r>
              </a:p>
            </p:txBody>
          </p:sp>
          <p:sp>
            <p:nvSpPr>
              <p:cNvPr id="17" name="Rectangle: Rounded Corners 5">
                <a:extLst>
                  <a:ext uri="{FF2B5EF4-FFF2-40B4-BE49-F238E27FC236}">
                    <a16:creationId xmlns:a16="http://schemas.microsoft.com/office/drawing/2014/main" id="{E5A27CC9-E08F-2B59-4E94-74B895631915}"/>
                  </a:ext>
                </a:extLst>
              </p:cNvPr>
              <p:cNvSpPr/>
              <p:nvPr/>
            </p:nvSpPr>
            <p:spPr>
              <a:xfrm>
                <a:off x="7553913" y="4920038"/>
                <a:ext cx="7250241" cy="1411546"/>
              </a:xfrm>
              <a:prstGeom prst="roundRect">
                <a:avLst/>
              </a:prstGeom>
              <a:solidFill>
                <a:srgbClr val="E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5000"/>
                  </a:lnSpc>
                  <a:spcBef>
                    <a:spcPts val="1100"/>
                  </a:spcBef>
                </a:pP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It treats every NLP task as text-to-text: text goes in, and text comes out. </a:t>
                </a:r>
                <a:endPar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sp>
        <p:nvSpPr>
          <p:cNvPr id="22" name="Brandline_LVC">
            <a:extLst>
              <a:ext uri="{FF2B5EF4-FFF2-40B4-BE49-F238E27FC236}">
                <a16:creationId xmlns:a16="http://schemas.microsoft.com/office/drawing/2014/main" id="{3FD13BB0-89EC-08A5-E1B4-8D7B06274A6A}"/>
              </a:ext>
            </a:extLst>
          </p:cNvPr>
          <p:cNvSpPr/>
          <p:nvPr/>
        </p:nvSpPr>
        <p:spPr>
          <a:xfrm>
            <a:off x="7148000" y="816352"/>
            <a:ext cx="196000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1277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5" name="Google Shape;343;p43"/>
          <p:cNvSpPr/>
          <p:nvPr/>
        </p:nvSpPr>
        <p:spPr>
          <a:xfrm>
            <a:off x="1889961" y="1419117"/>
            <a:ext cx="12476079" cy="1071421"/>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5000"/>
              </a:lnSpc>
            </a:pPr>
            <a:r>
              <a:rPr lang="en-US" sz="2200" b="0" i="0" dirty="0">
                <a:solidFill>
                  <a:schemeClr val="tx1">
                    <a:lumMod val="75000"/>
                    <a:lumOff val="25000"/>
                  </a:schemeClr>
                </a:solidFill>
                <a:effectLst/>
                <a:latin typeface="Open Sans" panose="020B0606030504020204" pitchFamily="34" charset="0"/>
              </a:rPr>
              <a:t>Span corruption is the pre-training objective of T5 (Text-to-Text Transfer Transformer). Random spans of words are replaced with sentinel tokens, and the model learns to generate them. It works as shown below:</a:t>
            </a:r>
            <a:r>
              <a:rPr lang="en-US" sz="2200" dirty="0">
                <a:solidFill>
                  <a:schemeClr val="tx1">
                    <a:lumMod val="75000"/>
                    <a:lumOff val="25000"/>
                  </a:schemeClr>
                </a:solidFill>
                <a:latin typeface="Open Sans" panose="020B0606030504020204" pitchFamily="34" charset="0"/>
              </a:rPr>
              <a:t/>
            </a:r>
            <a:r>
              <a:rPr lang="en-US" sz="2200" b="0" i="0" dirty="0">
                <a:solidFill>
                  <a:schemeClr val="tx1">
                    <a:lumMod val="75000"/>
                    <a:lumOff val="25000"/>
                  </a:schemeClr>
                </a:solidFill>
                <a:effectLst/>
                <a:latin typeface="Open Sans" panose="020B0606030504020204" pitchFamily="34" charset="0"/>
              </a:rPr>
              <a:t/>
            </a:r>
            <a:r>
              <a:rPr lang="en-US" sz="2200" dirty="0">
                <a:solidFill>
                  <a:schemeClr val="tx1">
                    <a:lumMod val="75000"/>
                    <a:lumOff val="25000"/>
                  </a:schemeClr>
                </a:solidFill>
                <a:latin typeface="Open Sans" panose="020B0606030504020204" pitchFamily="34" charset="0"/>
              </a:rPr>
              <a:t/>
            </a:r>
            <a:r>
              <a:rPr lang="en-US" sz="2200" b="0" i="0" dirty="0">
                <a:solidFill>
                  <a:schemeClr val="tx1">
                    <a:lumMod val="75000"/>
                    <a:lumOff val="25000"/>
                  </a:schemeClr>
                </a:solidFill>
                <a:effectLst/>
                <a:latin typeface="Open Sans" panose="020B0606030504020204" pitchFamily="34" charset="0"/>
              </a:rPr>
              <a:t/>
            </a:r>
            <a:r>
              <a:rPr lang="en-US" sz="2200" dirty="0">
                <a:solidFill>
                  <a:schemeClr val="tx1">
                    <a:lumMod val="75000"/>
                    <a:lumOff val="25000"/>
                  </a:schemeClr>
                </a:solidFill>
                <a:latin typeface="Open Sans" panose="020B0606030504020204" pitchFamily="34" charset="0"/>
              </a:rPr>
              <a:t/>
            </a:r>
            <a:r>
              <a:rPr lang="en-US" sz="2200" b="0" i="0" dirty="0">
                <a:solidFill>
                  <a:schemeClr val="tx1">
                    <a:lumMod val="75000"/>
                    <a:lumOff val="25000"/>
                  </a:schemeClr>
                </a:solidFill>
                <a:effectLst/>
                <a:latin typeface="Open Sans" panose="020B0606030504020204" pitchFamily="34" charset="0"/>
              </a:rPr>
              <a:t/>
            </a:r>
            <a:endParaRPr lang="en-US" sz="2200" dirty="0">
              <a:solidFill>
                <a:schemeClr val="tx1">
                  <a:lumMod val="75000"/>
                  <a:lumOff val="25000"/>
                </a:schemeClr>
              </a:solidFill>
              <a:latin typeface="Open Sans" panose="020B0606030504020204" pitchFamily="34" charset="0"/>
              <a:ea typeface="Open Sans"/>
              <a:cs typeface="Open Sans"/>
            </a:endParaRPr>
          </a:p>
        </p:txBody>
      </p:sp>
      <p:pic>
        <p:nvPicPr>
          <p:cNvPr id="6" name="image1.png">
            <a:extLst>
              <a:ext uri="{FF2B5EF4-FFF2-40B4-BE49-F238E27FC236}">
                <a16:creationId xmlns:a16="http://schemas.microsoft.com/office/drawing/2014/main" id="{1168E037-AFED-4CE3-BEB0-CA8F1D4BC6E3}"/>
              </a:ext>
            </a:extLst>
          </p:cNvPr>
          <p:cNvPicPr/>
          <p:nvPr/>
        </p:nvPicPr>
        <p:blipFill>
          <a:blip r:embed="rId3"/>
          <a:stretch>
            <a:fillRect/>
          </a:stretch>
        </p:blipFill>
        <p:spPr>
          <a:xfrm>
            <a:off x="4094635" y="2845033"/>
            <a:ext cx="8188170" cy="4985826"/>
          </a:xfrm>
          <a:prstGeom prst="rect">
            <a:avLst/>
          </a:prstGeom>
        </p:spPr>
      </p:pic>
      <p:sp>
        <p:nvSpPr>
          <p:cNvPr id="2" name="Google Shape;341;p43">
            <a:extLst>
              <a:ext uri="{FF2B5EF4-FFF2-40B4-BE49-F238E27FC236}">
                <a16:creationId xmlns:a16="http://schemas.microsoft.com/office/drawing/2014/main" id="{FA8D3AE9-EA61-3EAA-8A2A-BBD409C92FE7}"/>
              </a:ext>
            </a:extLst>
          </p:cNvPr>
          <p:cNvSpPr txBox="1"/>
          <p:nvPr/>
        </p:nvSpPr>
        <p:spPr>
          <a:xfrm>
            <a:off x="-10160" y="20955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i="0">
                <a:solidFill>
                  <a:srgbClr val="374151"/>
                </a:solidFill>
                <a:effectLst/>
                <a:latin typeface="Open Sans" panose="020B0606030504020204" pitchFamily="34" charset="0"/>
                <a:ea typeface="Open Sans" panose="020B0606030504020204" pitchFamily="34" charset="0"/>
                <a:cs typeface="Open Sans" panose="020B0606030504020204" pitchFamily="34" charset="0"/>
              </a:rPr>
              <a:t>T5 and Span Corruption</a:t>
            </a:r>
            <a:endParaRPr lang="en-US" sz="2800" b="1">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3" name="Brandline_LVC">
            <a:extLst>
              <a:ext uri="{FF2B5EF4-FFF2-40B4-BE49-F238E27FC236}">
                <a16:creationId xmlns:a16="http://schemas.microsoft.com/office/drawing/2014/main" id="{A996BC10-8FFE-C37C-6F95-ADFF3ADA7FE1}"/>
              </a:ext>
            </a:extLst>
          </p:cNvPr>
          <p:cNvSpPr/>
          <p:nvPr/>
        </p:nvSpPr>
        <p:spPr>
          <a:xfrm>
            <a:off x="5433000" y="816352"/>
            <a:ext cx="539000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79307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0955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i="0">
                <a:solidFill>
                  <a:srgbClr val="374151"/>
                </a:solidFill>
                <a:effectLst/>
                <a:latin typeface="Open Sans" panose="020B0606030504020204" pitchFamily="34" charset="0"/>
                <a:ea typeface="Open Sans" panose="020B0606030504020204" pitchFamily="34" charset="0"/>
                <a:cs typeface="Open Sans" panose="020B0606030504020204" pitchFamily="34" charset="0"/>
              </a:rPr>
              <a:t>T5 and Span Corruption</a:t>
            </a:r>
            <a:endParaRPr lang="en-US" sz="2800" b="1">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5" name="Google Shape;343;p43"/>
          <p:cNvSpPr/>
          <p:nvPr/>
        </p:nvSpPr>
        <p:spPr>
          <a:xfrm>
            <a:off x="1270000" y="1190514"/>
            <a:ext cx="13716000" cy="980943"/>
          </a:xfrm>
          <a:prstGeom prst="roundRect">
            <a:avLst>
              <a:gd name="adj" fmla="val 11839"/>
            </a:avLst>
          </a:prstGeom>
          <a:noFill/>
          <a:ln>
            <a:noFill/>
          </a:ln>
        </p:spPr>
        <p:txBody>
          <a:bodyPr spcFirstLastPara="1" wrap="square" lIns="91425" tIns="45700" rIns="91425" bIns="45700" anchor="ctr" anchorCtr="0">
            <a:noAutofit/>
          </a:bodyPr>
          <a:lstStyle/>
          <a:p>
            <a:pPr lvl="0" algn="ctr">
              <a:lnSpc>
                <a:spcPct val="115000"/>
              </a:lnSpc>
              <a:spcBef>
                <a:spcPts val="1100"/>
              </a:spcBef>
            </a:pPr>
            <a:r>
              <a:rPr lang="en-US" sz="2200" dirty="0">
                <a:solidFill>
                  <a:schemeClr val="tx1">
                    <a:lumMod val="75000"/>
                    <a:lumOff val="25000"/>
                  </a:schemeClr>
                </a:solidFill>
                <a:latin typeface="Open Sans"/>
                <a:ea typeface="Open Sans"/>
                <a:cs typeface="Open Sans"/>
              </a:rPr>
              <a:t>In span corruption, about 15% of the tokens are removed in short spans, and each span is replaced with a single sentinel token.</a:t>
            </a:r>
          </a:p>
        </p:txBody>
      </p:sp>
      <p:sp>
        <p:nvSpPr>
          <p:cNvPr id="8" name="Google Shape;343;p43">
            <a:extLst>
              <a:ext uri="{FF2B5EF4-FFF2-40B4-BE49-F238E27FC236}">
                <a16:creationId xmlns:a16="http://schemas.microsoft.com/office/drawing/2014/main" id="{45F9B2EF-A254-4E89-934A-B15C3B1C1887}"/>
              </a:ext>
            </a:extLst>
          </p:cNvPr>
          <p:cNvSpPr/>
          <p:nvPr/>
        </p:nvSpPr>
        <p:spPr>
          <a:xfrm>
            <a:off x="8351689" y="3881289"/>
            <a:ext cx="7362092" cy="1875692"/>
          </a:xfrm>
          <a:prstGeom prst="roundRect">
            <a:avLst>
              <a:gd name="adj" fmla="val 11839"/>
            </a:avLst>
          </a:prstGeom>
          <a:solidFill>
            <a:srgbClr val="162E5D"/>
          </a:solidFill>
          <a:ln>
            <a:noFill/>
          </a:ln>
        </p:spPr>
        <p:txBody>
          <a:bodyPr spcFirstLastPara="1" wrap="square" lIns="91425" tIns="45700" rIns="91425" bIns="45700" anchor="ctr" anchorCtr="0">
            <a:noAutofit/>
          </a:bodyPr>
          <a:lstStyle/>
          <a:p>
            <a:pPr lvl="0" algn="ctr">
              <a:lnSpc>
                <a:spcPct val="115000"/>
              </a:lnSpc>
              <a:spcBef>
                <a:spcPts val="1100"/>
              </a:spcBef>
            </a:pPr>
            <a:r>
              <a:rPr lang="en-US" sz="2200" dirty="0">
                <a:solidFill>
                  <a:schemeClr val="bg1"/>
                </a:solidFill>
                <a:latin typeface="Open Sans"/>
                <a:ea typeface="Open Sans"/>
                <a:cs typeface="Open Sans"/>
              </a:rPr>
              <a:t>The decoder attempts to reconstruct only the missing spans by leveraging the context the encoder captures from the corrupted input.</a:t>
            </a:r>
          </a:p>
        </p:txBody>
      </p:sp>
      <p:sp>
        <p:nvSpPr>
          <p:cNvPr id="7" name="Brandline_LVC">
            <a:extLst>
              <a:ext uri="{FF2B5EF4-FFF2-40B4-BE49-F238E27FC236}">
                <a16:creationId xmlns:a16="http://schemas.microsoft.com/office/drawing/2014/main" id="{72EC0072-7D96-DD6C-14B3-EB51481265E2}"/>
              </a:ext>
            </a:extLst>
          </p:cNvPr>
          <p:cNvSpPr/>
          <p:nvPr/>
        </p:nvSpPr>
        <p:spPr>
          <a:xfrm>
            <a:off x="5433000" y="816352"/>
            <a:ext cx="539000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1.png">
            <a:extLst>
              <a:ext uri="{FF2B5EF4-FFF2-40B4-BE49-F238E27FC236}">
                <a16:creationId xmlns:a16="http://schemas.microsoft.com/office/drawing/2014/main" id="{A0E05AEE-0D80-5968-4DAD-500E4ED08C40}"/>
              </a:ext>
            </a:extLst>
          </p:cNvPr>
          <p:cNvPicPr/>
          <p:nvPr/>
        </p:nvPicPr>
        <p:blipFill>
          <a:blip r:embed="rId3"/>
          <a:stretch>
            <a:fillRect/>
          </a:stretch>
        </p:blipFill>
        <p:spPr>
          <a:xfrm>
            <a:off x="1075727" y="3023378"/>
            <a:ext cx="6799544" cy="4140284"/>
          </a:xfrm>
          <a:prstGeom prst="rect">
            <a:avLst/>
          </a:prstGeom>
        </p:spPr>
      </p:pic>
    </p:spTree>
    <p:extLst>
      <p:ext uri="{BB962C8B-B14F-4D97-AF65-F5344CB8AC3E}">
        <p14:creationId xmlns:p14="http://schemas.microsoft.com/office/powerpoint/2010/main" val="34850124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Use Cases for T5</a:t>
            </a:r>
          </a:p>
        </p:txBody>
      </p:sp>
      <p:grpSp>
        <p:nvGrpSpPr>
          <p:cNvPr id="7" name="Group 6">
            <a:extLst>
              <a:ext uri="{FF2B5EF4-FFF2-40B4-BE49-F238E27FC236}">
                <a16:creationId xmlns:a16="http://schemas.microsoft.com/office/drawing/2014/main" id="{7FD28C0E-93B7-4228-B516-9F7831E36AFD}"/>
              </a:ext>
            </a:extLst>
          </p:cNvPr>
          <p:cNvGrpSpPr/>
          <p:nvPr/>
        </p:nvGrpSpPr>
        <p:grpSpPr>
          <a:xfrm>
            <a:off x="5389519" y="2905446"/>
            <a:ext cx="5813598" cy="1797755"/>
            <a:chOff x="2148046" y="3051187"/>
            <a:chExt cx="5813598" cy="1797755"/>
          </a:xfrm>
        </p:grpSpPr>
        <p:sp>
          <p:nvSpPr>
            <p:cNvPr id="8" name="TextBox 7">
              <a:extLst>
                <a:ext uri="{FF2B5EF4-FFF2-40B4-BE49-F238E27FC236}">
                  <a16:creationId xmlns:a16="http://schemas.microsoft.com/office/drawing/2014/main" id="{A664098D-3F40-4495-B960-20CF0393327C}"/>
                </a:ext>
              </a:extLst>
            </p:cNvPr>
            <p:cNvSpPr txBox="1"/>
            <p:nvPr/>
          </p:nvSpPr>
          <p:spPr>
            <a:xfrm>
              <a:off x="4188542" y="3143176"/>
              <a:ext cx="3773102" cy="1613775"/>
            </a:xfrm>
            <a:prstGeom prst="rect">
              <a:avLst/>
            </a:prstGeom>
            <a:noFill/>
          </p:spPr>
          <p:txBody>
            <a:bodyPr wrap="square" lIns="91440" tIns="45720" rIns="91440" bIns="45720" numCol="1" spcCol="640080" rtlCol="0" anchor="ctr">
              <a:spAutoFit/>
            </a:bodyPr>
            <a:lstStyle/>
            <a:p>
              <a:pPr defTabSz="1625579">
                <a:lnSpc>
                  <a:spcPct val="114000"/>
                </a:lnSpc>
                <a:spcBef>
                  <a:spcPts val="1100"/>
                </a:spcBef>
              </a:pPr>
              <a:r>
                <a:rPr lang="en-US"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Machine translation:</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It</a:t>
              </a: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 translates text from one language to another.</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17" name="Group 16">
              <a:extLst>
                <a:ext uri="{FF2B5EF4-FFF2-40B4-BE49-F238E27FC236}">
                  <a16:creationId xmlns:a16="http://schemas.microsoft.com/office/drawing/2014/main" id="{7F3E795C-C182-D4EB-6DB9-4918CF51EEB0}"/>
                </a:ext>
              </a:extLst>
            </p:cNvPr>
            <p:cNvGrpSpPr/>
            <p:nvPr/>
          </p:nvGrpSpPr>
          <p:grpSpPr>
            <a:xfrm>
              <a:off x="2148046" y="3051187"/>
              <a:ext cx="1797755" cy="1797755"/>
              <a:chOff x="2686405" y="2675003"/>
              <a:chExt cx="2632092" cy="2632092"/>
            </a:xfrm>
          </p:grpSpPr>
          <p:sp>
            <p:nvSpPr>
              <p:cNvPr id="4" name="Oval 3">
                <a:extLst>
                  <a:ext uri="{FF2B5EF4-FFF2-40B4-BE49-F238E27FC236}">
                    <a16:creationId xmlns:a16="http://schemas.microsoft.com/office/drawing/2014/main" id="{91F948FE-C425-AA56-467B-CCFEA3EB6DAD}"/>
                  </a:ext>
                </a:extLst>
              </p:cNvPr>
              <p:cNvSpPr/>
              <p:nvPr/>
            </p:nvSpPr>
            <p:spPr>
              <a:xfrm>
                <a:off x="2686405" y="2675003"/>
                <a:ext cx="2632092" cy="2632092"/>
              </a:xfrm>
              <a:prstGeom prst="ellipse">
                <a:avLst/>
              </a:prstGeom>
              <a:solidFill>
                <a:srgbClr val="E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054" name="Picture 6">
                <a:extLst>
                  <a:ext uri="{FF2B5EF4-FFF2-40B4-BE49-F238E27FC236}">
                    <a16:creationId xmlns:a16="http://schemas.microsoft.com/office/drawing/2014/main" id="{8E39E514-E9D8-15E5-DC53-5D2ED28D65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0489" y="3230685"/>
                <a:ext cx="1643923" cy="1643923"/>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0" name="Group 9">
            <a:extLst>
              <a:ext uri="{FF2B5EF4-FFF2-40B4-BE49-F238E27FC236}">
                <a16:creationId xmlns:a16="http://schemas.microsoft.com/office/drawing/2014/main" id="{9E61CD1C-1AA3-744C-ABA8-8280DCBE284B}"/>
              </a:ext>
            </a:extLst>
          </p:cNvPr>
          <p:cNvGrpSpPr/>
          <p:nvPr/>
        </p:nvGrpSpPr>
        <p:grpSpPr>
          <a:xfrm>
            <a:off x="5327215" y="5922216"/>
            <a:ext cx="5815077" cy="1797755"/>
            <a:chOff x="9161169" y="3051187"/>
            <a:chExt cx="5815077" cy="1797755"/>
          </a:xfrm>
        </p:grpSpPr>
        <p:sp>
          <p:nvSpPr>
            <p:cNvPr id="20" name="TextBox 19">
              <a:extLst>
                <a:ext uri="{FF2B5EF4-FFF2-40B4-BE49-F238E27FC236}">
                  <a16:creationId xmlns:a16="http://schemas.microsoft.com/office/drawing/2014/main" id="{AB94658C-904C-47A2-BB20-8AF80B1ABB4F}"/>
                </a:ext>
              </a:extLst>
            </p:cNvPr>
            <p:cNvSpPr txBox="1"/>
            <p:nvPr/>
          </p:nvSpPr>
          <p:spPr>
            <a:xfrm>
              <a:off x="11174989" y="3336146"/>
              <a:ext cx="3801257" cy="1227837"/>
            </a:xfrm>
            <a:prstGeom prst="rect">
              <a:avLst/>
            </a:prstGeom>
            <a:noFill/>
          </p:spPr>
          <p:txBody>
            <a:bodyPr wrap="square" numCol="1" spcCol="640080" rtlCol="0" anchor="ctr">
              <a:spAutoFit/>
            </a:bodyPr>
            <a:lstStyle/>
            <a:p>
              <a:pPr defTabSz="1625579">
                <a:lnSpc>
                  <a:spcPct val="114000"/>
                </a:lnSpc>
                <a:spcBef>
                  <a:spcPts val="1100"/>
                </a:spcBef>
              </a:pPr>
              <a:r>
                <a:rPr lang="en-IN"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Text summarization:</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It </a:t>
              </a: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produces concise summaries of long documents.</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31" name="Group 30">
              <a:extLst>
                <a:ext uri="{FF2B5EF4-FFF2-40B4-BE49-F238E27FC236}">
                  <a16:creationId xmlns:a16="http://schemas.microsoft.com/office/drawing/2014/main" id="{B7BEA362-0A52-2000-494F-1AFDD3998733}"/>
                </a:ext>
              </a:extLst>
            </p:cNvPr>
            <p:cNvGrpSpPr/>
            <p:nvPr/>
          </p:nvGrpSpPr>
          <p:grpSpPr>
            <a:xfrm>
              <a:off x="9161169" y="3051187"/>
              <a:ext cx="1797755" cy="1797755"/>
              <a:chOff x="10827323" y="4871149"/>
              <a:chExt cx="2632092" cy="2632092"/>
            </a:xfrm>
          </p:grpSpPr>
          <p:sp>
            <p:nvSpPr>
              <p:cNvPr id="30" name="Oval 29">
                <a:extLst>
                  <a:ext uri="{FF2B5EF4-FFF2-40B4-BE49-F238E27FC236}">
                    <a16:creationId xmlns:a16="http://schemas.microsoft.com/office/drawing/2014/main" id="{C24BF536-6C55-9A9F-A3B3-3917F7341DFC}"/>
                  </a:ext>
                </a:extLst>
              </p:cNvPr>
              <p:cNvSpPr/>
              <p:nvPr/>
            </p:nvSpPr>
            <p:spPr>
              <a:xfrm>
                <a:off x="10827323" y="4871149"/>
                <a:ext cx="2632092" cy="2632092"/>
              </a:xfrm>
              <a:prstGeom prst="ellipse">
                <a:avLst/>
              </a:prstGeom>
              <a:solidFill>
                <a:srgbClr val="E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058" name="Picture 10">
                <a:extLst>
                  <a:ext uri="{FF2B5EF4-FFF2-40B4-BE49-F238E27FC236}">
                    <a16:creationId xmlns:a16="http://schemas.microsoft.com/office/drawing/2014/main" id="{0057EF28-550E-9B9D-968E-F61DC18BAF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62167" y="5545841"/>
                <a:ext cx="1353072" cy="1353072"/>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4" name="Rounded Rectangle 33">
            <a:extLst>
              <a:ext uri="{FF2B5EF4-FFF2-40B4-BE49-F238E27FC236}">
                <a16:creationId xmlns:a16="http://schemas.microsoft.com/office/drawing/2014/main" id="{B4E64ED7-9F98-1880-8F67-A378674125D9}"/>
              </a:ext>
            </a:extLst>
          </p:cNvPr>
          <p:cNvSpPr/>
          <p:nvPr/>
        </p:nvSpPr>
        <p:spPr>
          <a:xfrm>
            <a:off x="5052883" y="2565147"/>
            <a:ext cx="6150234" cy="2483777"/>
          </a:xfrm>
          <a:prstGeom prst="roundRect">
            <a:avLst/>
          </a:prstGeom>
          <a:no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5" name="Rounded Rectangle 34">
            <a:extLst>
              <a:ext uri="{FF2B5EF4-FFF2-40B4-BE49-F238E27FC236}">
                <a16:creationId xmlns:a16="http://schemas.microsoft.com/office/drawing/2014/main" id="{1BBCEA94-2C4D-0DBB-B649-7A68225882D5}"/>
              </a:ext>
            </a:extLst>
          </p:cNvPr>
          <p:cNvSpPr/>
          <p:nvPr/>
        </p:nvSpPr>
        <p:spPr>
          <a:xfrm>
            <a:off x="5052883" y="5581917"/>
            <a:ext cx="6150234" cy="2483777"/>
          </a:xfrm>
          <a:prstGeom prst="roundRect">
            <a:avLst/>
          </a:prstGeom>
          <a:no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Brandline_LVC">
            <a:extLst>
              <a:ext uri="{FF2B5EF4-FFF2-40B4-BE49-F238E27FC236}">
                <a16:creationId xmlns:a16="http://schemas.microsoft.com/office/drawing/2014/main" id="{3EDD55AB-7EFE-E5FD-98AE-84385AD80C5D}"/>
              </a:ext>
            </a:extLst>
          </p:cNvPr>
          <p:cNvSpPr/>
          <p:nvPr/>
        </p:nvSpPr>
        <p:spPr>
          <a:xfrm>
            <a:off x="6168000" y="816352"/>
            <a:ext cx="392000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43181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p:nvPr/>
        </p:nvSpPr>
        <p:spPr>
          <a:xfrm>
            <a:off x="-10160" y="229878"/>
            <a:ext cx="16276199" cy="687300"/>
          </a:xfrm>
          <a:prstGeom prst="rect">
            <a:avLst/>
          </a:prstGeom>
          <a:noFill/>
          <a:ln>
            <a:noFill/>
          </a:ln>
        </p:spPr>
        <p:txBody>
          <a:bodyPr spcFirstLastPara="1" wrap="square" lIns="91425" tIns="45700" rIns="91425" bIns="45700" anchor="ctr" anchorCtr="0">
            <a:noAutofit/>
          </a:bodyPr>
          <a:lstStyle/>
          <a:p>
            <a:pPr lvl="0" algn="ctr">
              <a:lnSpc>
                <a:spcPct val="90000"/>
              </a:lnSpc>
              <a:buSzPts val="2800"/>
            </a:pPr>
            <a:r>
              <a:rPr lang="en-US" sz="2800" b="1">
                <a:solidFill>
                  <a:srgbClr val="3F3F3F"/>
                </a:solidFill>
                <a:latin typeface="Open Sans"/>
                <a:ea typeface="Open Sans"/>
                <a:cs typeface="Open Sans"/>
                <a:sym typeface="Open Sans"/>
              </a:rPr>
              <a:t>Use Cases for T5</a:t>
            </a:r>
          </a:p>
        </p:txBody>
      </p:sp>
      <p:grpSp>
        <p:nvGrpSpPr>
          <p:cNvPr id="15" name="Group 14">
            <a:extLst>
              <a:ext uri="{FF2B5EF4-FFF2-40B4-BE49-F238E27FC236}">
                <a16:creationId xmlns:a16="http://schemas.microsoft.com/office/drawing/2014/main" id="{22C34B9E-9FA5-B1A1-E787-85601D45455E}"/>
              </a:ext>
            </a:extLst>
          </p:cNvPr>
          <p:cNvGrpSpPr/>
          <p:nvPr/>
        </p:nvGrpSpPr>
        <p:grpSpPr>
          <a:xfrm>
            <a:off x="5052883" y="2317110"/>
            <a:ext cx="6150235" cy="5473788"/>
            <a:chOff x="8551147" y="2317110"/>
            <a:chExt cx="6150235" cy="5473788"/>
          </a:xfrm>
        </p:grpSpPr>
        <p:grpSp>
          <p:nvGrpSpPr>
            <p:cNvPr id="6" name="Group 5">
              <a:extLst>
                <a:ext uri="{FF2B5EF4-FFF2-40B4-BE49-F238E27FC236}">
                  <a16:creationId xmlns:a16="http://schemas.microsoft.com/office/drawing/2014/main" id="{ECAD8BCA-7169-67F8-7223-C800623CCCD9}"/>
                </a:ext>
              </a:extLst>
            </p:cNvPr>
            <p:cNvGrpSpPr/>
            <p:nvPr/>
          </p:nvGrpSpPr>
          <p:grpSpPr>
            <a:xfrm>
              <a:off x="8652721" y="5650131"/>
              <a:ext cx="6048660" cy="1797755"/>
              <a:chOff x="9102064" y="5989662"/>
              <a:chExt cx="6048660" cy="1797755"/>
            </a:xfrm>
          </p:grpSpPr>
          <p:sp>
            <p:nvSpPr>
              <p:cNvPr id="13" name="TextBox 12">
                <a:extLst>
                  <a:ext uri="{FF2B5EF4-FFF2-40B4-BE49-F238E27FC236}">
                    <a16:creationId xmlns:a16="http://schemas.microsoft.com/office/drawing/2014/main" id="{AE584F28-5EF7-4F58-A132-3CB82B08EC3E}"/>
                  </a:ext>
                </a:extLst>
              </p:cNvPr>
              <p:cNvSpPr txBox="1"/>
              <p:nvPr/>
            </p:nvSpPr>
            <p:spPr>
              <a:xfrm>
                <a:off x="11048128" y="6274621"/>
                <a:ext cx="4102596" cy="1227837"/>
              </a:xfrm>
              <a:prstGeom prst="rect">
                <a:avLst/>
              </a:prstGeom>
              <a:noFill/>
            </p:spPr>
            <p:txBody>
              <a:bodyPr wrap="square" numCol="1" spcCol="640080" rtlCol="0" anchor="ctr">
                <a:spAutoFit/>
              </a:bodyPr>
              <a:lstStyle/>
              <a:p>
                <a:pPr defTabSz="1625579">
                  <a:lnSpc>
                    <a:spcPct val="114000"/>
                  </a:lnSpc>
                  <a:spcBef>
                    <a:spcPts val="1100"/>
                  </a:spcBef>
                </a:pPr>
                <a:r>
                  <a:rPr lang="en-IN"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Text classification:</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It</a:t>
                </a: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 outputs labels, such as sentiment, as text.</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3" name="Group 2">
                <a:extLst>
                  <a:ext uri="{FF2B5EF4-FFF2-40B4-BE49-F238E27FC236}">
                    <a16:creationId xmlns:a16="http://schemas.microsoft.com/office/drawing/2014/main" id="{DE3EB970-8F84-9F36-CBDA-38F86ED92F3E}"/>
                  </a:ext>
                </a:extLst>
              </p:cNvPr>
              <p:cNvGrpSpPr/>
              <p:nvPr/>
            </p:nvGrpSpPr>
            <p:grpSpPr>
              <a:xfrm>
                <a:off x="9102064" y="5989662"/>
                <a:ext cx="1797755" cy="1797755"/>
                <a:chOff x="1034328" y="1010499"/>
                <a:chExt cx="2632092" cy="2632092"/>
              </a:xfrm>
            </p:grpSpPr>
            <p:sp>
              <p:nvSpPr>
                <p:cNvPr id="2" name="Oval 1">
                  <a:extLst>
                    <a:ext uri="{FF2B5EF4-FFF2-40B4-BE49-F238E27FC236}">
                      <a16:creationId xmlns:a16="http://schemas.microsoft.com/office/drawing/2014/main" id="{D58DF36B-56A8-8100-4EDB-3F51C36F3CA5}"/>
                    </a:ext>
                  </a:extLst>
                </p:cNvPr>
                <p:cNvSpPr/>
                <p:nvPr/>
              </p:nvSpPr>
              <p:spPr>
                <a:xfrm>
                  <a:off x="1034328" y="1010499"/>
                  <a:ext cx="2632092" cy="2632092"/>
                </a:xfrm>
                <a:prstGeom prst="ellipse">
                  <a:avLst/>
                </a:prstGeom>
                <a:solidFill>
                  <a:srgbClr val="E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052" name="Picture 4">
                  <a:extLst>
                    <a:ext uri="{FF2B5EF4-FFF2-40B4-BE49-F238E27FC236}">
                      <a16:creationId xmlns:a16="http://schemas.microsoft.com/office/drawing/2014/main" id="{85C08318-6B18-918D-5B32-139BFEBD44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8413" y="1506511"/>
                  <a:ext cx="1643923" cy="1643923"/>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9" name="Group 8">
              <a:extLst>
                <a:ext uri="{FF2B5EF4-FFF2-40B4-BE49-F238E27FC236}">
                  <a16:creationId xmlns:a16="http://schemas.microsoft.com/office/drawing/2014/main" id="{5B3A159D-2FF6-A249-F340-1E8F3A27CBA0}"/>
                </a:ext>
              </a:extLst>
            </p:cNvPr>
            <p:cNvGrpSpPr/>
            <p:nvPr/>
          </p:nvGrpSpPr>
          <p:grpSpPr>
            <a:xfrm>
              <a:off x="9074880" y="2660120"/>
              <a:ext cx="5626502" cy="1797755"/>
              <a:chOff x="2148046" y="5989664"/>
              <a:chExt cx="5626502" cy="1797755"/>
            </a:xfrm>
          </p:grpSpPr>
          <p:sp>
            <p:nvSpPr>
              <p:cNvPr id="25" name="TextBox 24">
                <a:extLst>
                  <a:ext uri="{FF2B5EF4-FFF2-40B4-BE49-F238E27FC236}">
                    <a16:creationId xmlns:a16="http://schemas.microsoft.com/office/drawing/2014/main" id="{E6BB92C9-8E21-4D06-96F3-65F23810934F}"/>
                  </a:ext>
                </a:extLst>
              </p:cNvPr>
              <p:cNvSpPr txBox="1"/>
              <p:nvPr/>
            </p:nvSpPr>
            <p:spPr>
              <a:xfrm>
                <a:off x="3945802" y="6082295"/>
                <a:ext cx="3828746" cy="1612493"/>
              </a:xfrm>
              <a:prstGeom prst="rect">
                <a:avLst/>
              </a:prstGeom>
              <a:noFill/>
            </p:spPr>
            <p:txBody>
              <a:bodyPr wrap="square" numCol="1" spcCol="640080" rtlCol="0" anchor="ctr">
                <a:spAutoFit/>
              </a:bodyPr>
              <a:lstStyle/>
              <a:p>
                <a:pPr defTabSz="1625579">
                  <a:lnSpc>
                    <a:spcPct val="114000"/>
                  </a:lnSpc>
                  <a:spcBef>
                    <a:spcPts val="1100"/>
                  </a:spcBef>
                </a:pPr>
                <a:r>
                  <a:rPr lang="en-IN" sz="2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Question answering:</a:t>
                </a:r>
                <a:r>
                  <a:rPr lang="en-IN"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 </a:t>
                </a:r>
                <a:r>
                  <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It</a:t>
                </a:r>
                <a:r>
                  <a:rPr lang="en-US" sz="2200" b="0" i="0" dirty="0">
                    <a:solidFill>
                      <a:schemeClr val="tx1">
                        <a:lumMod val="75000"/>
                        <a:lumOff val="25000"/>
                      </a:schemeClr>
                    </a:solidFill>
                    <a:effectLst/>
                    <a:latin typeface="Open Sans" panose="020B0606030504020204" pitchFamily="34" charset="0"/>
                    <a:ea typeface="Open Sans" panose="020B0606030504020204" pitchFamily="34" charset="0"/>
                    <a:cs typeface="Open Sans" panose="020B0606030504020204" pitchFamily="34" charset="0"/>
                  </a:rPr>
                  <a:t> generates answers from a given passage.</a:t>
                </a:r>
                <a:endParaRPr lang="en-US" sz="2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29" name="Group 28">
                <a:extLst>
                  <a:ext uri="{FF2B5EF4-FFF2-40B4-BE49-F238E27FC236}">
                    <a16:creationId xmlns:a16="http://schemas.microsoft.com/office/drawing/2014/main" id="{5D554FC0-292F-5D2E-827E-5EF769A828FF}"/>
                  </a:ext>
                </a:extLst>
              </p:cNvPr>
              <p:cNvGrpSpPr/>
              <p:nvPr/>
            </p:nvGrpSpPr>
            <p:grpSpPr>
              <a:xfrm>
                <a:off x="2148046" y="5989664"/>
                <a:ext cx="1797755" cy="1797755"/>
                <a:chOff x="12581426" y="1882500"/>
                <a:chExt cx="2632092" cy="2632092"/>
              </a:xfrm>
            </p:grpSpPr>
            <p:sp>
              <p:nvSpPr>
                <p:cNvPr id="28" name="Oval 27">
                  <a:extLst>
                    <a:ext uri="{FF2B5EF4-FFF2-40B4-BE49-F238E27FC236}">
                      <a16:creationId xmlns:a16="http://schemas.microsoft.com/office/drawing/2014/main" id="{0B94A60E-A182-54E1-95C6-7AB7F68D1D3F}"/>
                    </a:ext>
                  </a:extLst>
                </p:cNvPr>
                <p:cNvSpPr/>
                <p:nvPr/>
              </p:nvSpPr>
              <p:spPr>
                <a:xfrm>
                  <a:off x="12581426" y="1882500"/>
                  <a:ext cx="2632092" cy="2632092"/>
                </a:xfrm>
                <a:prstGeom prst="ellipse">
                  <a:avLst/>
                </a:prstGeom>
                <a:solidFill>
                  <a:srgbClr val="E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056" name="Picture 8">
                  <a:extLst>
                    <a:ext uri="{FF2B5EF4-FFF2-40B4-BE49-F238E27FC236}">
                      <a16:creationId xmlns:a16="http://schemas.microsoft.com/office/drawing/2014/main" id="{5E31E99E-F439-0455-7C0C-3D0B7DFB17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75511" y="2376585"/>
                  <a:ext cx="1643923" cy="1643923"/>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9" name="Rounded Rectangle 38">
              <a:extLst>
                <a:ext uri="{FF2B5EF4-FFF2-40B4-BE49-F238E27FC236}">
                  <a16:creationId xmlns:a16="http://schemas.microsoft.com/office/drawing/2014/main" id="{1CA74428-0D70-9027-1802-460EFF992820}"/>
                </a:ext>
              </a:extLst>
            </p:cNvPr>
            <p:cNvSpPr/>
            <p:nvPr/>
          </p:nvSpPr>
          <p:spPr>
            <a:xfrm>
              <a:off x="8551147" y="2317110"/>
              <a:ext cx="6150234" cy="2483777"/>
            </a:xfrm>
            <a:prstGeom prst="roundRect">
              <a:avLst/>
            </a:prstGeom>
            <a:no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0" name="Rounded Rectangle 39">
              <a:extLst>
                <a:ext uri="{FF2B5EF4-FFF2-40B4-BE49-F238E27FC236}">
                  <a16:creationId xmlns:a16="http://schemas.microsoft.com/office/drawing/2014/main" id="{FB4AB0D1-B6BD-DE3C-A6A1-C19749DE3D47}"/>
                </a:ext>
              </a:extLst>
            </p:cNvPr>
            <p:cNvSpPr/>
            <p:nvPr/>
          </p:nvSpPr>
          <p:spPr>
            <a:xfrm>
              <a:off x="8551147" y="5307121"/>
              <a:ext cx="6150234" cy="2483777"/>
            </a:xfrm>
            <a:prstGeom prst="roundRect">
              <a:avLst/>
            </a:prstGeom>
            <a:noFill/>
            <a:ln>
              <a:solidFill>
                <a:srgbClr val="162E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1100"/>
                </a:spcBef>
              </a:pPr>
              <a:endParaRPr lang="en-US"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sp>
        <p:nvSpPr>
          <p:cNvPr id="11" name="Brandline_LVC">
            <a:extLst>
              <a:ext uri="{FF2B5EF4-FFF2-40B4-BE49-F238E27FC236}">
                <a16:creationId xmlns:a16="http://schemas.microsoft.com/office/drawing/2014/main" id="{3EDD55AB-7EFE-E5FD-98AE-84385AD80C5D}"/>
              </a:ext>
            </a:extLst>
          </p:cNvPr>
          <p:cNvSpPr/>
          <p:nvPr/>
        </p:nvSpPr>
        <p:spPr>
          <a:xfrm>
            <a:off x="6168000" y="816352"/>
            <a:ext cx="392000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37994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2023_LVC">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37ED77BF1302443902AB0076FD5905A" ma:contentTypeVersion="20" ma:contentTypeDescription="Create a new document." ma:contentTypeScope="" ma:versionID="699c7d28d44cfd5f8e473877d2819393">
  <xsd:schema xmlns:xsd="http://www.w3.org/2001/XMLSchema" xmlns:xs="http://www.w3.org/2001/XMLSchema" xmlns:p="http://schemas.microsoft.com/office/2006/metadata/properties" xmlns:ns2="461d6144-fa1a-4092-829f-c84f3e3efa94" xmlns:ns3="236ee7c7-7e1f-44c3-af88-3b258280f106" targetNamespace="http://schemas.microsoft.com/office/2006/metadata/properties" ma:root="true" ma:fieldsID="f2a7211883085b086ebf453557c17dce" ns2:_="" ns3:_="">
    <xsd:import namespace="461d6144-fa1a-4092-829f-c84f3e3efa94"/>
    <xsd:import namespace="236ee7c7-7e1f-44c3-af88-3b258280f106"/>
    <xsd:element name="properties">
      <xsd:complexType>
        <xsd:sequence>
          <xsd:element name="documentManagement">
            <xsd:complexType>
              <xsd:all>
                <xsd:element ref="ns2:RelatedId" minOccurs="0"/>
                <xsd:element ref="ns2:MediaServiceMetadata" minOccurs="0"/>
                <xsd:element ref="ns2:MediaServiceFastMetadata" minOccurs="0"/>
                <xsd:element ref="ns2:MediaLengthInSeconds" minOccurs="0"/>
                <xsd:element ref="ns2:MediaServiceAutoKeyPoints" minOccurs="0"/>
                <xsd:element ref="ns2:MediaServiceKeyPoints" minOccurs="0"/>
                <xsd:element ref="ns2:MediaServiceDateTaken" minOccurs="0"/>
                <xsd:element ref="ns2:_Flow_SignoffStatu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1d6144-fa1a-4092-829f-c84f3e3efa94" elementFormDefault="qualified">
    <xsd:import namespace="http://schemas.microsoft.com/office/2006/documentManagement/types"/>
    <xsd:import namespace="http://schemas.microsoft.com/office/infopath/2007/PartnerControls"/>
    <xsd:element name="RelatedId" ma:index="8" nillable="true" ma:displayName="RelatedId" ma:internalName="RelatedId">
      <xsd:simpleType>
        <xsd:restriction base="dms:Text">
          <xsd:maxLength value="255"/>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_Flow_SignoffStatus" ma:index="15" nillable="true" ma:displayName="Sign-off status" ma:internalName="Sign_x002d_off_x0020_status">
      <xsd:simpleType>
        <xsd:restriction base="dms:Text"/>
      </xsd:simpleType>
    </xsd:element>
    <xsd:element name="MediaServiceAutoTags" ma:index="18"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02cfc928-783c-4987-87ee-367920adf3c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6ee7c7-7e1f-44c3-af88-3b258280f106"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a419837c-c620-440a-aa71-e346826adc5a}" ma:internalName="TaxCatchAll" ma:showField="CatchAllData" ma:web="236ee7c7-7e1f-44c3-af88-3b258280f10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Flow_SignoffStatus xmlns="461d6144-fa1a-4092-829f-c84f3e3efa94" xsi:nil="true"/>
    <lcf76f155ced4ddcb4097134ff3c332f xmlns="461d6144-fa1a-4092-829f-c84f3e3efa94">
      <Terms xmlns="http://schemas.microsoft.com/office/infopath/2007/PartnerControls"/>
    </lcf76f155ced4ddcb4097134ff3c332f>
    <RelatedId xmlns="461d6144-fa1a-4092-829f-c84f3e3efa94" xsi:nil="true"/>
    <TaxCatchAll xmlns="236ee7c7-7e1f-44c3-af88-3b258280f106" xsi:nil="true"/>
  </documentManagement>
</p:properties>
</file>

<file path=customXml/itemProps1.xml><?xml version="1.0" encoding="utf-8"?>
<ds:datastoreItem xmlns:ds="http://schemas.openxmlformats.org/officeDocument/2006/customXml" ds:itemID="{D1E5A023-D700-47B5-B08E-67C7E2924BB4}">
  <ds:schemaRefs>
    <ds:schemaRef ds:uri="http://schemas.microsoft.com/sharepoint/v3/contenttype/forms"/>
  </ds:schemaRefs>
</ds:datastoreItem>
</file>

<file path=customXml/itemProps2.xml><?xml version="1.0" encoding="utf-8"?>
<ds:datastoreItem xmlns:ds="http://schemas.openxmlformats.org/officeDocument/2006/customXml" ds:itemID="{FF3A817D-6AA6-4213-8714-7CE19A62E1DA}">
  <ds:schemaRefs>
    <ds:schemaRef ds:uri="236ee7c7-7e1f-44c3-af88-3b258280f106"/>
    <ds:schemaRef ds:uri="461d6144-fa1a-4092-829f-c84f3e3efa9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824FF6B-8F23-4AC7-8568-89DF08B958B0}">
  <ds:schemaRefs>
    <ds:schemaRef ds:uri="461d6144-fa1a-4092-829f-c84f3e3efa94"/>
    <ds:schemaRef ds:uri="http://purl.org/dc/dcmitype/"/>
    <ds:schemaRef ds:uri="http://purl.org/dc/terms/"/>
    <ds:schemaRef ds:uri="http://schemas.microsoft.com/office/infopath/2007/PartnerControls"/>
    <ds:schemaRef ds:uri="http://schemas.openxmlformats.org/package/2006/metadata/core-properties"/>
    <ds:schemaRef ds:uri="http://www.w3.org/XML/1998/namespace"/>
    <ds:schemaRef ds:uri="http://purl.org/dc/elements/1.1/"/>
    <ds:schemaRef ds:uri="http://schemas.microsoft.com/office/2006/documentManagement/types"/>
    <ds:schemaRef ds:uri="236ee7c7-7e1f-44c3-af88-3b258280f106"/>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1759</TotalTime>
  <Words>4265</Words>
  <Application>Microsoft Office PowerPoint</Application>
  <PresentationFormat>Custom</PresentationFormat>
  <Paragraphs>405</Paragraphs>
  <Slides>46</Slides>
  <Notes>46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Arial</vt:lpstr>
      <vt:lpstr>Calibri</vt:lpstr>
      <vt:lpstr>Cambria Math</vt:lpstr>
      <vt:lpstr>Courier New</vt:lpstr>
      <vt:lpstr>KaTeX_Main</vt:lpstr>
      <vt:lpstr>Open Sans</vt:lpstr>
      <vt:lpstr>Söhne</vt:lpstr>
      <vt:lpstr>2023_LVC</vt:lpstr>
      <vt:lpstr>PowerPoint Presentation</vt:lpstr>
      <vt:lpstr>PowerPoint Presentation</vt:lpstr>
      <vt:lpstr>PowerPoint Presentation</vt:lpstr>
      <vt:lpstr>Business Scenario</vt:lpstr>
      <vt:lpstr>PowerPoint Presentation</vt:lpstr>
      <vt:lpstr>PowerPoint Presentation</vt:lpstr>
      <vt:lpstr>Understanding Self-Attention</vt:lpstr>
      <vt:lpstr>PowerPoint Presentation</vt:lpstr>
      <vt:lpstr>PowerPoint Presentation</vt:lpstr>
      <vt:lpstr>Understanding Mechanics Behind Self-Attention: Example</vt:lpstr>
      <vt:lpstr>Understanding Mechanics Behind Self-Attention: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Assisted Practices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Parashar</dc:creator>
  <cp:lastModifiedBy>Vikas Singh</cp:lastModifiedBy>
  <cp:revision>44</cp:revision>
  <dcterms:created xsi:type="dcterms:W3CDTF">2023-05-19T12:36:11Z</dcterms:created>
  <dcterms:modified xsi:type="dcterms:W3CDTF">2024-07-22T13:45:15Z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0x010100E37ED77BF1302443902AB0076FD5905A</vt:lpwstr>
  </property>
  <property fmtid="{D5CDD505-2E9C-101B-9397-08002B2CF9AE}" pid="3" name="MediaServiceImageTags">
    <vt:lpwstr/>
  </property>
</Properties>
</file>